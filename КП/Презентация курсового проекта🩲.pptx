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97" r:id="rId2"/>
    <p:sldId id="257" r:id="rId3"/>
    <p:sldId id="258" r:id="rId4"/>
    <p:sldId id="259" r:id="rId5"/>
    <p:sldId id="263" r:id="rId6"/>
    <p:sldId id="262" r:id="rId7"/>
    <p:sldId id="301" r:id="rId8"/>
    <p:sldId id="302" r:id="rId9"/>
    <p:sldId id="306" r:id="rId10"/>
    <p:sldId id="311" r:id="rId11"/>
    <p:sldId id="314" r:id="rId12"/>
    <p:sldId id="308" r:id="rId13"/>
    <p:sldId id="305" r:id="rId14"/>
    <p:sldId id="289" r:id="rId15"/>
    <p:sldId id="309" r:id="rId16"/>
    <p:sldId id="316" r:id="rId17"/>
    <p:sldId id="315" r:id="rId18"/>
    <p:sldId id="317" r:id="rId19"/>
    <p:sldId id="322" r:id="rId20"/>
    <p:sldId id="323" r:id="rId21"/>
    <p:sldId id="324" r:id="rId22"/>
    <p:sldId id="325" r:id="rId23"/>
    <p:sldId id="326" r:id="rId24"/>
    <p:sldId id="327" r:id="rId25"/>
    <p:sldId id="328" r:id="rId26"/>
    <p:sldId id="329" r:id="rId27"/>
    <p:sldId id="330" r:id="rId28"/>
    <p:sldId id="318" r:id="rId29"/>
    <p:sldId id="319" r:id="rId30"/>
    <p:sldId id="320" r:id="rId31"/>
    <p:sldId id="321" r:id="rId32"/>
    <p:sldId id="331" r:id="rId33"/>
    <p:sldId id="332" r:id="rId34"/>
    <p:sldId id="275" r:id="rId35"/>
    <p:sldId id="303" r:id="rId36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5C454075-533D-424C-9B8B-059C856AF47F}">
          <p14:sldIdLst>
            <p14:sldId id="297"/>
            <p14:sldId id="257"/>
            <p14:sldId id="258"/>
            <p14:sldId id="259"/>
          </p14:sldIdLst>
        </p14:section>
        <p14:section name="Раздел без заголовка" id="{4C1A483A-305D-4F31-B426-7E92C970ED0E}">
          <p14:sldIdLst>
            <p14:sldId id="263"/>
            <p14:sldId id="262"/>
            <p14:sldId id="301"/>
            <p14:sldId id="302"/>
            <p14:sldId id="306"/>
            <p14:sldId id="311"/>
            <p14:sldId id="314"/>
            <p14:sldId id="308"/>
            <p14:sldId id="305"/>
            <p14:sldId id="289"/>
            <p14:sldId id="309"/>
            <p14:sldId id="316"/>
            <p14:sldId id="315"/>
            <p14:sldId id="317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18"/>
            <p14:sldId id="319"/>
            <p14:sldId id="320"/>
            <p14:sldId id="321"/>
            <p14:sldId id="331"/>
            <p14:sldId id="332"/>
            <p14:sldId id="275"/>
            <p14:sldId id="30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2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FF7"/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28" autoAdjust="0"/>
    <p:restoredTop sz="96301" autoAdjust="0"/>
  </p:normalViewPr>
  <p:slideViewPr>
    <p:cSldViewPr snapToGrid="0" showGuides="1">
      <p:cViewPr varScale="1">
        <p:scale>
          <a:sx n="51" d="100"/>
          <a:sy n="51" d="100"/>
        </p:scale>
        <p:origin x="102" y="1416"/>
      </p:cViewPr>
      <p:guideLst>
        <p:guide orient="horz" pos="2159"/>
        <p:guide pos="382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3e9eb8bb511e659d" providerId="LiveId" clId="{D05042AB-E4D6-45B5-A90A-B85DB7E55E23}"/>
    <pc:docChg chg="undo custSel addSld modSld">
      <pc:chgData name="" userId="3e9eb8bb511e659d" providerId="LiveId" clId="{D05042AB-E4D6-45B5-A90A-B85DB7E55E23}" dt="2025-04-02T22:39:55.758" v="337" actId="14100"/>
      <pc:docMkLst>
        <pc:docMk/>
      </pc:docMkLst>
      <pc:sldChg chg="modSp">
        <pc:chgData name="" userId="3e9eb8bb511e659d" providerId="LiveId" clId="{D05042AB-E4D6-45B5-A90A-B85DB7E55E23}" dt="2025-04-02T22:39:55.758" v="337" actId="14100"/>
        <pc:sldMkLst>
          <pc:docMk/>
          <pc:sldMk cId="0" sldId="275"/>
        </pc:sldMkLst>
        <pc:spChg chg="mod">
          <ac:chgData name="" userId="3e9eb8bb511e659d" providerId="LiveId" clId="{D05042AB-E4D6-45B5-A90A-B85DB7E55E23}" dt="2025-04-02T22:39:55.758" v="337" actId="14100"/>
          <ac:spMkLst>
            <pc:docMk/>
            <pc:sldMk cId="0" sldId="275"/>
            <ac:spMk id="5" creationId="{00000000-0000-0000-0000-000000000000}"/>
          </ac:spMkLst>
        </pc:spChg>
      </pc:sldChg>
      <pc:sldChg chg="addSp delSp modSp add">
        <pc:chgData name="" userId="3e9eb8bb511e659d" providerId="LiveId" clId="{D05042AB-E4D6-45B5-A90A-B85DB7E55E23}" dt="2025-04-02T22:28:40.742" v="36" actId="1076"/>
        <pc:sldMkLst>
          <pc:docMk/>
          <pc:sldMk cId="171722315" sldId="322"/>
        </pc:sldMkLst>
        <pc:spChg chg="mod">
          <ac:chgData name="" userId="3e9eb8bb511e659d" providerId="LiveId" clId="{D05042AB-E4D6-45B5-A90A-B85DB7E55E23}" dt="2025-04-02T22:28:24.359" v="32" actId="1076"/>
          <ac:spMkLst>
            <pc:docMk/>
            <pc:sldMk cId="171722315" sldId="322"/>
            <ac:spMk id="2" creationId="{A332565A-357C-411A-9C14-73EA6DA58356}"/>
          </ac:spMkLst>
        </pc:spChg>
        <pc:spChg chg="del">
          <ac:chgData name="" userId="3e9eb8bb511e659d" providerId="LiveId" clId="{D05042AB-E4D6-45B5-A90A-B85DB7E55E23}" dt="2025-04-02T22:27:42.871" v="1" actId="478"/>
          <ac:spMkLst>
            <pc:docMk/>
            <pc:sldMk cId="171722315" sldId="322"/>
            <ac:spMk id="3" creationId="{8A271D7B-0836-41D6-BE9E-71557AA0F3FA}"/>
          </ac:spMkLst>
        </pc:spChg>
        <pc:graphicFrameChg chg="add mod modGraphic">
          <ac:chgData name="" userId="3e9eb8bb511e659d" providerId="LiveId" clId="{D05042AB-E4D6-45B5-A90A-B85DB7E55E23}" dt="2025-04-02T22:28:40.742" v="36" actId="1076"/>
          <ac:graphicFrameMkLst>
            <pc:docMk/>
            <pc:sldMk cId="171722315" sldId="322"/>
            <ac:graphicFrameMk id="4" creationId="{A06FAC49-2F7B-4ABB-88F5-C69790D53064}"/>
          </ac:graphicFrameMkLst>
        </pc:graphicFrameChg>
      </pc:sldChg>
      <pc:sldChg chg="addSp delSp modSp add">
        <pc:chgData name="" userId="3e9eb8bb511e659d" providerId="LiveId" clId="{D05042AB-E4D6-45B5-A90A-B85DB7E55E23}" dt="2025-04-02T22:31:01.034" v="108" actId="1076"/>
        <pc:sldMkLst>
          <pc:docMk/>
          <pc:sldMk cId="1610535807" sldId="323"/>
        </pc:sldMkLst>
        <pc:spChg chg="del">
          <ac:chgData name="" userId="3e9eb8bb511e659d" providerId="LiveId" clId="{D05042AB-E4D6-45B5-A90A-B85DB7E55E23}" dt="2025-04-02T22:29:53.518" v="39" actId="478"/>
          <ac:spMkLst>
            <pc:docMk/>
            <pc:sldMk cId="1610535807" sldId="323"/>
            <ac:spMk id="2" creationId="{6783E014-364F-4497-9EFA-6FEC63AE03DD}"/>
          </ac:spMkLst>
        </pc:spChg>
        <pc:spChg chg="del">
          <ac:chgData name="" userId="3e9eb8bb511e659d" providerId="LiveId" clId="{D05042AB-E4D6-45B5-A90A-B85DB7E55E23}" dt="2025-04-02T22:29:52.313" v="38" actId="478"/>
          <ac:spMkLst>
            <pc:docMk/>
            <pc:sldMk cId="1610535807" sldId="323"/>
            <ac:spMk id="3" creationId="{AF73AEDC-6041-4F53-AABE-5714A1EF0BD9}"/>
          </ac:spMkLst>
        </pc:spChg>
        <pc:spChg chg="add">
          <ac:chgData name="" userId="3e9eb8bb511e659d" providerId="LiveId" clId="{D05042AB-E4D6-45B5-A90A-B85DB7E55E23}" dt="2025-04-02T22:30:08.934" v="40"/>
          <ac:spMkLst>
            <pc:docMk/>
            <pc:sldMk cId="1610535807" sldId="323"/>
            <ac:spMk id="4" creationId="{D6BAE72E-6E6F-462E-ABB7-DC1B6ED936B1}"/>
          </ac:spMkLst>
        </pc:spChg>
        <pc:spChg chg="add del mod">
          <ac:chgData name="" userId="3e9eb8bb511e659d" providerId="LiveId" clId="{D05042AB-E4D6-45B5-A90A-B85DB7E55E23}" dt="2025-04-02T22:30:17.677" v="44" actId="478"/>
          <ac:spMkLst>
            <pc:docMk/>
            <pc:sldMk cId="1610535807" sldId="323"/>
            <ac:spMk id="5" creationId="{E0457B5C-3CC5-4E33-85B6-A293F96F2AEC}"/>
          </ac:spMkLst>
        </pc:spChg>
        <pc:spChg chg="add">
          <ac:chgData name="" userId="3e9eb8bb511e659d" providerId="LiveId" clId="{D05042AB-E4D6-45B5-A90A-B85DB7E55E23}" dt="2025-04-02T22:30:08.934" v="40"/>
          <ac:spMkLst>
            <pc:docMk/>
            <pc:sldMk cId="1610535807" sldId="323"/>
            <ac:spMk id="6" creationId="{9888BE7F-5857-4FC5-A5C5-9D19F398A018}"/>
          </ac:spMkLst>
        </pc:spChg>
        <pc:spChg chg="add mod">
          <ac:chgData name="" userId="3e9eb8bb511e659d" providerId="LiveId" clId="{D05042AB-E4D6-45B5-A90A-B85DB7E55E23}" dt="2025-04-02T22:30:56.314" v="106" actId="1076"/>
          <ac:spMkLst>
            <pc:docMk/>
            <pc:sldMk cId="1610535807" sldId="323"/>
            <ac:spMk id="9" creationId="{055678F1-73B4-46C4-B3F2-44A27F430539}"/>
          </ac:spMkLst>
        </pc:spChg>
        <pc:picChg chg="add mod">
          <ac:chgData name="" userId="3e9eb8bb511e659d" providerId="LiveId" clId="{D05042AB-E4D6-45B5-A90A-B85DB7E55E23}" dt="2025-04-02T22:31:01.034" v="108" actId="1076"/>
          <ac:picMkLst>
            <pc:docMk/>
            <pc:sldMk cId="1610535807" sldId="323"/>
            <ac:picMk id="2049" creationId="{9995875F-1480-4B49-90CC-0BD64BCED990}"/>
          </ac:picMkLst>
        </pc:picChg>
        <pc:picChg chg="add mod">
          <ac:chgData name="" userId="3e9eb8bb511e659d" providerId="LiveId" clId="{D05042AB-E4D6-45B5-A90A-B85DB7E55E23}" dt="2025-04-02T22:30:59.482" v="107" actId="1076"/>
          <ac:picMkLst>
            <pc:docMk/>
            <pc:sldMk cId="1610535807" sldId="323"/>
            <ac:picMk id="2050" creationId="{FF8E94B9-11A1-4009-A002-8C107843D975}"/>
          </ac:picMkLst>
        </pc:picChg>
      </pc:sldChg>
      <pc:sldChg chg="addSp delSp modSp add">
        <pc:chgData name="" userId="3e9eb8bb511e659d" providerId="LiveId" clId="{D05042AB-E4D6-45B5-A90A-B85DB7E55E23}" dt="2025-04-02T22:31:33.770" v="119" actId="1076"/>
        <pc:sldMkLst>
          <pc:docMk/>
          <pc:sldMk cId="506560167" sldId="324"/>
        </pc:sldMkLst>
        <pc:spChg chg="add del mod">
          <ac:chgData name="" userId="3e9eb8bb511e659d" providerId="LiveId" clId="{D05042AB-E4D6-45B5-A90A-B85DB7E55E23}" dt="2025-04-02T22:31:15.501" v="113" actId="478"/>
          <ac:spMkLst>
            <pc:docMk/>
            <pc:sldMk cId="506560167" sldId="324"/>
            <ac:spMk id="3" creationId="{7B04925B-9E24-40DB-BB32-B4A41D1550A0}"/>
          </ac:spMkLst>
        </pc:spChg>
        <pc:spChg chg="del">
          <ac:chgData name="" userId="3e9eb8bb511e659d" providerId="LiveId" clId="{D05042AB-E4D6-45B5-A90A-B85DB7E55E23}" dt="2025-04-02T22:31:13.454" v="111" actId="478"/>
          <ac:spMkLst>
            <pc:docMk/>
            <pc:sldMk cId="506560167" sldId="324"/>
            <ac:spMk id="9" creationId="{055678F1-73B4-46C4-B3F2-44A27F430539}"/>
          </ac:spMkLst>
        </pc:spChg>
        <pc:picChg chg="add mod">
          <ac:chgData name="" userId="3e9eb8bb511e659d" providerId="LiveId" clId="{D05042AB-E4D6-45B5-A90A-B85DB7E55E23}" dt="2025-04-02T22:31:33.770" v="119" actId="1076"/>
          <ac:picMkLst>
            <pc:docMk/>
            <pc:sldMk cId="506560167" sldId="324"/>
            <ac:picMk id="10" creationId="{24E91DAC-9A20-4641-AD07-BD0185693A90}"/>
          </ac:picMkLst>
        </pc:picChg>
        <pc:picChg chg="del">
          <ac:chgData name="" userId="3e9eb8bb511e659d" providerId="LiveId" clId="{D05042AB-E4D6-45B5-A90A-B85DB7E55E23}" dt="2025-04-02T22:31:13.852" v="112" actId="478"/>
          <ac:picMkLst>
            <pc:docMk/>
            <pc:sldMk cId="506560167" sldId="324"/>
            <ac:picMk id="2049" creationId="{9995875F-1480-4B49-90CC-0BD64BCED990}"/>
          </ac:picMkLst>
        </pc:picChg>
        <pc:picChg chg="del">
          <ac:chgData name="" userId="3e9eb8bb511e659d" providerId="LiveId" clId="{D05042AB-E4D6-45B5-A90A-B85DB7E55E23}" dt="2025-04-02T22:31:09.946" v="110" actId="478"/>
          <ac:picMkLst>
            <pc:docMk/>
            <pc:sldMk cId="506560167" sldId="324"/>
            <ac:picMk id="2050" creationId="{FF8E94B9-11A1-4009-A002-8C107843D975}"/>
          </ac:picMkLst>
        </pc:picChg>
      </pc:sldChg>
      <pc:sldChg chg="addSp delSp modSp add">
        <pc:chgData name="" userId="3e9eb8bb511e659d" providerId="LiveId" clId="{D05042AB-E4D6-45B5-A90A-B85DB7E55E23}" dt="2025-04-02T22:32:35.387" v="149" actId="1076"/>
        <pc:sldMkLst>
          <pc:docMk/>
          <pc:sldMk cId="4137995465" sldId="325"/>
        </pc:sldMkLst>
        <pc:spChg chg="add mod">
          <ac:chgData name="" userId="3e9eb8bb511e659d" providerId="LiveId" clId="{D05042AB-E4D6-45B5-A90A-B85DB7E55E23}" dt="2025-04-02T22:32:03.994" v="135" actId="1076"/>
          <ac:spMkLst>
            <pc:docMk/>
            <pc:sldMk cId="4137995465" sldId="325"/>
            <ac:spMk id="2" creationId="{FC399AF3-5D38-49B0-BE8C-C7E5D2FC2423}"/>
          </ac:spMkLst>
        </pc:spChg>
        <pc:spChg chg="add del mod">
          <ac:chgData name="" userId="3e9eb8bb511e659d" providerId="LiveId" clId="{D05042AB-E4D6-45B5-A90A-B85DB7E55E23}" dt="2025-04-02T22:32:10.996" v="137" actId="478"/>
          <ac:spMkLst>
            <pc:docMk/>
            <pc:sldMk cId="4137995465" sldId="325"/>
            <ac:spMk id="3" creationId="{0AF124FC-75C4-4A6C-8B0B-9DF6A8FC2595}"/>
          </ac:spMkLst>
        </pc:spChg>
        <pc:spChg chg="add mod">
          <ac:chgData name="" userId="3e9eb8bb511e659d" providerId="LiveId" clId="{D05042AB-E4D6-45B5-A90A-B85DB7E55E23}" dt="2025-04-02T22:32:03.994" v="135" actId="1076"/>
          <ac:spMkLst>
            <pc:docMk/>
            <pc:sldMk cId="4137995465" sldId="325"/>
            <ac:spMk id="5" creationId="{EEC6BD49-CEDC-4AC0-9D18-655C85D44E9E}"/>
          </ac:spMkLst>
        </pc:spChg>
        <pc:spChg chg="mod">
          <ac:chgData name="" userId="3e9eb8bb511e659d" providerId="LiveId" clId="{D05042AB-E4D6-45B5-A90A-B85DB7E55E23}" dt="2025-04-02T22:31:41.687" v="130" actId="20577"/>
          <ac:spMkLst>
            <pc:docMk/>
            <pc:sldMk cId="4137995465" sldId="325"/>
            <ac:spMk id="9" creationId="{055678F1-73B4-46C4-B3F2-44A27F430539}"/>
          </ac:spMkLst>
        </pc:spChg>
        <pc:picChg chg="del">
          <ac:chgData name="" userId="3e9eb8bb511e659d" providerId="LiveId" clId="{D05042AB-E4D6-45B5-A90A-B85DB7E55E23}" dt="2025-04-02T22:31:57.386" v="132" actId="478"/>
          <ac:picMkLst>
            <pc:docMk/>
            <pc:sldMk cId="4137995465" sldId="325"/>
            <ac:picMk id="2049" creationId="{9995875F-1480-4B49-90CC-0BD64BCED990}"/>
          </ac:picMkLst>
        </pc:picChg>
        <pc:picChg chg="del">
          <ac:chgData name="" userId="3e9eb8bb511e659d" providerId="LiveId" clId="{D05042AB-E4D6-45B5-A90A-B85DB7E55E23}" dt="2025-04-02T22:31:57.054" v="131" actId="478"/>
          <ac:picMkLst>
            <pc:docMk/>
            <pc:sldMk cId="4137995465" sldId="325"/>
            <ac:picMk id="2050" creationId="{FF8E94B9-11A1-4009-A002-8C107843D975}"/>
          </ac:picMkLst>
        </pc:picChg>
        <pc:picChg chg="add mod">
          <ac:chgData name="" userId="3e9eb8bb511e659d" providerId="LiveId" clId="{D05042AB-E4D6-45B5-A90A-B85DB7E55E23}" dt="2025-04-02T22:32:35.387" v="149" actId="1076"/>
          <ac:picMkLst>
            <pc:docMk/>
            <pc:sldMk cId="4137995465" sldId="325"/>
            <ac:picMk id="3073" creationId="{177FB94C-5D35-4B14-8867-5E26EB922455}"/>
          </ac:picMkLst>
        </pc:picChg>
        <pc:picChg chg="add mod">
          <ac:chgData name="" userId="3e9eb8bb511e659d" providerId="LiveId" clId="{D05042AB-E4D6-45B5-A90A-B85DB7E55E23}" dt="2025-04-02T22:32:27.642" v="146" actId="1076"/>
          <ac:picMkLst>
            <pc:docMk/>
            <pc:sldMk cId="4137995465" sldId="325"/>
            <ac:picMk id="3074" creationId="{9A14AC81-DD2B-4A49-B361-003387FF716B}"/>
          </ac:picMkLst>
        </pc:picChg>
      </pc:sldChg>
      <pc:sldChg chg="addSp delSp modSp add">
        <pc:chgData name="" userId="3e9eb8bb511e659d" providerId="LiveId" clId="{D05042AB-E4D6-45B5-A90A-B85DB7E55E23}" dt="2025-04-02T22:32:58.290" v="154" actId="1076"/>
        <pc:sldMkLst>
          <pc:docMk/>
          <pc:sldMk cId="400012479" sldId="326"/>
        </pc:sldMkLst>
        <pc:picChg chg="add mod">
          <ac:chgData name="" userId="3e9eb8bb511e659d" providerId="LiveId" clId="{D05042AB-E4D6-45B5-A90A-B85DB7E55E23}" dt="2025-04-02T22:32:58.290" v="154" actId="1076"/>
          <ac:picMkLst>
            <pc:docMk/>
            <pc:sldMk cId="400012479" sldId="326"/>
            <ac:picMk id="5" creationId="{399798DA-D499-449D-84C8-E5F1FF5BC5B1}"/>
          </ac:picMkLst>
        </pc:picChg>
        <pc:picChg chg="del">
          <ac:chgData name="" userId="3e9eb8bb511e659d" providerId="LiveId" clId="{D05042AB-E4D6-45B5-A90A-B85DB7E55E23}" dt="2025-04-02T22:32:43.897" v="151" actId="478"/>
          <ac:picMkLst>
            <pc:docMk/>
            <pc:sldMk cId="400012479" sldId="326"/>
            <ac:picMk id="10" creationId="{24E91DAC-9A20-4641-AD07-BD0185693A90}"/>
          </ac:picMkLst>
        </pc:picChg>
      </pc:sldChg>
      <pc:sldChg chg="addSp delSp modSp add">
        <pc:chgData name="" userId="3e9eb8bb511e659d" providerId="LiveId" clId="{D05042AB-E4D6-45B5-A90A-B85DB7E55E23}" dt="2025-04-02T22:34:51" v="188"/>
        <pc:sldMkLst>
          <pc:docMk/>
          <pc:sldMk cId="3049065679" sldId="327"/>
        </pc:sldMkLst>
        <pc:spChg chg="add">
          <ac:chgData name="" userId="3e9eb8bb511e659d" providerId="LiveId" clId="{D05042AB-E4D6-45B5-A90A-B85DB7E55E23}" dt="2025-04-02T22:33:48.821" v="173"/>
          <ac:spMkLst>
            <pc:docMk/>
            <pc:sldMk cId="3049065679" sldId="327"/>
            <ac:spMk id="3" creationId="{88747B0C-0BB4-42B8-A577-8C71353F3997}"/>
          </ac:spMkLst>
        </pc:spChg>
        <pc:spChg chg="add del mod">
          <ac:chgData name="" userId="3e9eb8bb511e659d" providerId="LiveId" clId="{D05042AB-E4D6-45B5-A90A-B85DB7E55E23}" dt="2025-04-02T22:33:53.047" v="175" actId="478"/>
          <ac:spMkLst>
            <pc:docMk/>
            <pc:sldMk cId="3049065679" sldId="327"/>
            <ac:spMk id="7" creationId="{AFA26E2C-C7D1-4526-8759-2324AD929CDC}"/>
          </ac:spMkLst>
        </pc:spChg>
        <pc:spChg chg="add">
          <ac:chgData name="" userId="3e9eb8bb511e659d" providerId="LiveId" clId="{D05042AB-E4D6-45B5-A90A-B85DB7E55E23}" dt="2025-04-02T22:33:48.821" v="173"/>
          <ac:spMkLst>
            <pc:docMk/>
            <pc:sldMk cId="3049065679" sldId="327"/>
            <ac:spMk id="8" creationId="{03D1ED48-71FE-4AC0-AEDC-FF6182DA79CD}"/>
          </ac:spMkLst>
        </pc:spChg>
        <pc:spChg chg="mod">
          <ac:chgData name="" userId="3e9eb8bb511e659d" providerId="LiveId" clId="{D05042AB-E4D6-45B5-A90A-B85DB7E55E23}" dt="2025-04-02T22:33:11.357" v="172" actId="20577"/>
          <ac:spMkLst>
            <pc:docMk/>
            <pc:sldMk cId="3049065679" sldId="327"/>
            <ac:spMk id="9" creationId="{055678F1-73B4-46C4-B3F2-44A27F430539}"/>
          </ac:spMkLst>
        </pc:spChg>
        <pc:picChg chg="add del mod">
          <ac:chgData name="" userId="3e9eb8bb511e659d" providerId="LiveId" clId="{D05042AB-E4D6-45B5-A90A-B85DB7E55E23}" dt="2025-04-02T22:34:51" v="188"/>
          <ac:picMkLst>
            <pc:docMk/>
            <pc:sldMk cId="3049065679" sldId="327"/>
            <ac:picMk id="14" creationId="{F5B46F8D-F9CE-4AC0-96E4-FF5C96FF8259}"/>
          </ac:picMkLst>
        </pc:picChg>
        <pc:picChg chg="del mod">
          <ac:chgData name="" userId="3e9eb8bb511e659d" providerId="LiveId" clId="{D05042AB-E4D6-45B5-A90A-B85DB7E55E23}" dt="2025-04-02T22:33:05.299" v="158" actId="478"/>
          <ac:picMkLst>
            <pc:docMk/>
            <pc:sldMk cId="3049065679" sldId="327"/>
            <ac:picMk id="3073" creationId="{177FB94C-5D35-4B14-8867-5E26EB922455}"/>
          </ac:picMkLst>
        </pc:picChg>
        <pc:picChg chg="del">
          <ac:chgData name="" userId="3e9eb8bb511e659d" providerId="LiveId" clId="{D05042AB-E4D6-45B5-A90A-B85DB7E55E23}" dt="2025-04-02T22:33:04.939" v="156" actId="478"/>
          <ac:picMkLst>
            <pc:docMk/>
            <pc:sldMk cId="3049065679" sldId="327"/>
            <ac:picMk id="3074" creationId="{9A14AC81-DD2B-4A49-B361-003387FF716B}"/>
          </ac:picMkLst>
        </pc:picChg>
        <pc:picChg chg="add mod">
          <ac:chgData name="" userId="3e9eb8bb511e659d" providerId="LiveId" clId="{D05042AB-E4D6-45B5-A90A-B85DB7E55E23}" dt="2025-04-02T22:34:07.870" v="182" actId="1076"/>
          <ac:picMkLst>
            <pc:docMk/>
            <pc:sldMk cId="3049065679" sldId="327"/>
            <ac:picMk id="5121" creationId="{17AF2FDD-896F-4CFC-BA33-D13508DF76BF}"/>
          </ac:picMkLst>
        </pc:picChg>
        <pc:picChg chg="add mod">
          <ac:chgData name="" userId="3e9eb8bb511e659d" providerId="LiveId" clId="{D05042AB-E4D6-45B5-A90A-B85DB7E55E23}" dt="2025-04-02T22:34:08.926" v="183" actId="1076"/>
          <ac:picMkLst>
            <pc:docMk/>
            <pc:sldMk cId="3049065679" sldId="327"/>
            <ac:picMk id="5122" creationId="{8E93BE15-52F6-4B66-A2F7-9FDA989E6001}"/>
          </ac:picMkLst>
        </pc:picChg>
      </pc:sldChg>
      <pc:sldChg chg="addSp delSp modSp add">
        <pc:chgData name="" userId="3e9eb8bb511e659d" providerId="LiveId" clId="{D05042AB-E4D6-45B5-A90A-B85DB7E55E23}" dt="2025-04-02T22:34:59.774" v="193" actId="1076"/>
        <pc:sldMkLst>
          <pc:docMk/>
          <pc:sldMk cId="2752169869" sldId="328"/>
        </pc:sldMkLst>
        <pc:picChg chg="del">
          <ac:chgData name="" userId="3e9eb8bb511e659d" providerId="LiveId" clId="{D05042AB-E4D6-45B5-A90A-B85DB7E55E23}" dt="2025-04-02T22:34:49.699" v="186" actId="478"/>
          <ac:picMkLst>
            <pc:docMk/>
            <pc:sldMk cId="2752169869" sldId="328"/>
            <ac:picMk id="5" creationId="{399798DA-D499-449D-84C8-E5F1FF5BC5B1}"/>
          </ac:picMkLst>
        </pc:picChg>
        <pc:picChg chg="add mod">
          <ac:chgData name="" userId="3e9eb8bb511e659d" providerId="LiveId" clId="{D05042AB-E4D6-45B5-A90A-B85DB7E55E23}" dt="2025-04-02T22:34:59.774" v="193" actId="1076"/>
          <ac:picMkLst>
            <pc:docMk/>
            <pc:sldMk cId="2752169869" sldId="328"/>
            <ac:picMk id="7" creationId="{DA274417-C78B-471C-81DD-0FBACBB2D1E1}"/>
          </ac:picMkLst>
        </pc:picChg>
      </pc:sldChg>
      <pc:sldChg chg="addSp delSp modSp add">
        <pc:chgData name="" userId="3e9eb8bb511e659d" providerId="LiveId" clId="{D05042AB-E4D6-45B5-A90A-B85DB7E55E23}" dt="2025-04-02T22:35:32.532" v="220" actId="20577"/>
        <pc:sldMkLst>
          <pc:docMk/>
          <pc:sldMk cId="459235745" sldId="329"/>
        </pc:sldMkLst>
        <pc:spChg chg="mod">
          <ac:chgData name="" userId="3e9eb8bb511e659d" providerId="LiveId" clId="{D05042AB-E4D6-45B5-A90A-B85DB7E55E23}" dt="2025-04-02T22:35:32.532" v="220" actId="20577"/>
          <ac:spMkLst>
            <pc:docMk/>
            <pc:sldMk cId="459235745" sldId="329"/>
            <ac:spMk id="9" creationId="{055678F1-73B4-46C4-B3F2-44A27F430539}"/>
          </ac:spMkLst>
        </pc:spChg>
        <pc:picChg chg="add mod">
          <ac:chgData name="" userId="3e9eb8bb511e659d" providerId="LiveId" clId="{D05042AB-E4D6-45B5-A90A-B85DB7E55E23}" dt="2025-04-02T22:35:26.606" v="203" actId="1076"/>
          <ac:picMkLst>
            <pc:docMk/>
            <pc:sldMk cId="459235745" sldId="329"/>
            <ac:picMk id="11" creationId="{2CBE5A89-316D-4CE7-8BBC-6AD82A9631A0}"/>
          </ac:picMkLst>
        </pc:picChg>
        <pc:picChg chg="del">
          <ac:chgData name="" userId="3e9eb8bb511e659d" providerId="LiveId" clId="{D05042AB-E4D6-45B5-A90A-B85DB7E55E23}" dt="2025-04-02T22:35:16.955" v="197" actId="478"/>
          <ac:picMkLst>
            <pc:docMk/>
            <pc:sldMk cId="459235745" sldId="329"/>
            <ac:picMk id="5121" creationId="{17AF2FDD-896F-4CFC-BA33-D13508DF76BF}"/>
          </ac:picMkLst>
        </pc:picChg>
        <pc:picChg chg="del">
          <ac:chgData name="" userId="3e9eb8bb511e659d" providerId="LiveId" clId="{D05042AB-E4D6-45B5-A90A-B85DB7E55E23}" dt="2025-04-02T22:35:16.663" v="196" actId="478"/>
          <ac:picMkLst>
            <pc:docMk/>
            <pc:sldMk cId="459235745" sldId="329"/>
            <ac:picMk id="5122" creationId="{8E93BE15-52F6-4B66-A2F7-9FDA989E6001}"/>
          </ac:picMkLst>
        </pc:picChg>
      </pc:sldChg>
      <pc:sldChg chg="addSp delSp modSp add">
        <pc:chgData name="" userId="3e9eb8bb511e659d" providerId="LiveId" clId="{D05042AB-E4D6-45B5-A90A-B85DB7E55E23}" dt="2025-04-02T22:36:10.022" v="224" actId="1076"/>
        <pc:sldMkLst>
          <pc:docMk/>
          <pc:sldMk cId="2810595884" sldId="330"/>
        </pc:sldMkLst>
        <pc:picChg chg="add mod">
          <ac:chgData name="" userId="3e9eb8bb511e659d" providerId="LiveId" clId="{D05042AB-E4D6-45B5-A90A-B85DB7E55E23}" dt="2025-04-02T22:36:10.022" v="224" actId="1076"/>
          <ac:picMkLst>
            <pc:docMk/>
            <pc:sldMk cId="2810595884" sldId="330"/>
            <ac:picMk id="5" creationId="{3B516397-1478-44EC-8F6A-4142FCCD5A37}"/>
          </ac:picMkLst>
        </pc:picChg>
        <pc:picChg chg="del">
          <ac:chgData name="" userId="3e9eb8bb511e659d" providerId="LiveId" clId="{D05042AB-E4D6-45B5-A90A-B85DB7E55E23}" dt="2025-04-02T22:35:50.068" v="221" actId="478"/>
          <ac:picMkLst>
            <pc:docMk/>
            <pc:sldMk cId="2810595884" sldId="330"/>
            <ac:picMk id="7" creationId="{DA274417-C78B-471C-81DD-0FBACBB2D1E1}"/>
          </ac:picMkLst>
        </pc:picChg>
      </pc:sldChg>
      <pc:sldChg chg="addSp delSp modSp add">
        <pc:chgData name="" userId="3e9eb8bb511e659d" providerId="LiveId" clId="{D05042AB-E4D6-45B5-A90A-B85DB7E55E23}" dt="2025-04-02T22:37:31.065" v="266" actId="1076"/>
        <pc:sldMkLst>
          <pc:docMk/>
          <pc:sldMk cId="2732667006" sldId="331"/>
        </pc:sldMkLst>
        <pc:spChg chg="mod">
          <ac:chgData name="" userId="3e9eb8bb511e659d" providerId="LiveId" clId="{D05042AB-E4D6-45B5-A90A-B85DB7E55E23}" dt="2025-04-02T22:36:46.113" v="247" actId="20577"/>
          <ac:spMkLst>
            <pc:docMk/>
            <pc:sldMk cId="2732667006" sldId="331"/>
            <ac:spMk id="2" creationId="{A332565A-357C-411A-9C14-73EA6DA58356}"/>
          </ac:spMkLst>
        </pc:spChg>
        <pc:spChg chg="add">
          <ac:chgData name="" userId="3e9eb8bb511e659d" providerId="LiveId" clId="{D05042AB-E4D6-45B5-A90A-B85DB7E55E23}" dt="2025-04-02T22:37:05.191" v="250"/>
          <ac:spMkLst>
            <pc:docMk/>
            <pc:sldMk cId="2732667006" sldId="331"/>
            <ac:spMk id="3" creationId="{1D0FF8A1-6620-43D6-B21B-C596A2A251EF}"/>
          </ac:spMkLst>
        </pc:spChg>
        <pc:spChg chg="add del mod">
          <ac:chgData name="" userId="3e9eb8bb511e659d" providerId="LiveId" clId="{D05042AB-E4D6-45B5-A90A-B85DB7E55E23}" dt="2025-04-02T22:37:12.565" v="254" actId="478"/>
          <ac:spMkLst>
            <pc:docMk/>
            <pc:sldMk cId="2732667006" sldId="331"/>
            <ac:spMk id="5" creationId="{424B9222-5D1F-47E8-9A21-449328645E4B}"/>
          </ac:spMkLst>
        </pc:spChg>
        <pc:spChg chg="add">
          <ac:chgData name="" userId="3e9eb8bb511e659d" providerId="LiveId" clId="{D05042AB-E4D6-45B5-A90A-B85DB7E55E23}" dt="2025-04-02T22:37:05.191" v="250"/>
          <ac:spMkLst>
            <pc:docMk/>
            <pc:sldMk cId="2732667006" sldId="331"/>
            <ac:spMk id="6" creationId="{9513F096-CC5B-4CFB-A553-759644463929}"/>
          </ac:spMkLst>
        </pc:spChg>
        <pc:graphicFrameChg chg="del mod">
          <ac:chgData name="" userId="3e9eb8bb511e659d" providerId="LiveId" clId="{D05042AB-E4D6-45B5-A90A-B85DB7E55E23}" dt="2025-04-02T22:36:50.920" v="249" actId="478"/>
          <ac:graphicFrameMkLst>
            <pc:docMk/>
            <pc:sldMk cId="2732667006" sldId="331"/>
            <ac:graphicFrameMk id="4" creationId="{A06FAC49-2F7B-4ABB-88F5-C69790D53064}"/>
          </ac:graphicFrameMkLst>
        </pc:graphicFrameChg>
        <pc:picChg chg="add mod">
          <ac:chgData name="" userId="3e9eb8bb511e659d" providerId="LiveId" clId="{D05042AB-E4D6-45B5-A90A-B85DB7E55E23}" dt="2025-04-02T22:37:31.065" v="266" actId="1076"/>
          <ac:picMkLst>
            <pc:docMk/>
            <pc:sldMk cId="2732667006" sldId="331"/>
            <ac:picMk id="7169" creationId="{FB51AFDC-539C-4A25-BB55-75D5FA3C02DE}"/>
          </ac:picMkLst>
        </pc:picChg>
        <pc:picChg chg="add del mod">
          <ac:chgData name="" userId="3e9eb8bb511e659d" providerId="LiveId" clId="{D05042AB-E4D6-45B5-A90A-B85DB7E55E23}" dt="2025-04-02T22:37:29.642" v="265" actId="1076"/>
          <ac:picMkLst>
            <pc:docMk/>
            <pc:sldMk cId="2732667006" sldId="331"/>
            <ac:picMk id="7170" creationId="{8AAB4725-03C6-4691-8FC7-F4E8CC480EFB}"/>
          </ac:picMkLst>
        </pc:picChg>
      </pc:sldChg>
      <pc:sldChg chg="addSp delSp modSp add">
        <pc:chgData name="" userId="3e9eb8bb511e659d" providerId="LiveId" clId="{D05042AB-E4D6-45B5-A90A-B85DB7E55E23}" dt="2025-04-02T22:37:55.378" v="272" actId="1076"/>
        <pc:sldMkLst>
          <pc:docMk/>
          <pc:sldMk cId="1722032556" sldId="332"/>
        </pc:sldMkLst>
        <pc:picChg chg="del">
          <ac:chgData name="" userId="3e9eb8bb511e659d" providerId="LiveId" clId="{D05042AB-E4D6-45B5-A90A-B85DB7E55E23}" dt="2025-04-02T22:37:40.569" v="268" actId="478"/>
          <ac:picMkLst>
            <pc:docMk/>
            <pc:sldMk cId="1722032556" sldId="332"/>
            <ac:picMk id="5" creationId="{3B516397-1478-44EC-8F6A-4142FCCD5A37}"/>
          </ac:picMkLst>
        </pc:picChg>
        <pc:picChg chg="add mod">
          <ac:chgData name="" userId="3e9eb8bb511e659d" providerId="LiveId" clId="{D05042AB-E4D6-45B5-A90A-B85DB7E55E23}" dt="2025-04-02T22:37:55.378" v="272" actId="1076"/>
          <ac:picMkLst>
            <pc:docMk/>
            <pc:sldMk cId="1722032556" sldId="332"/>
            <ac:picMk id="7" creationId="{1CCB7412-9292-408E-9877-A20B98142AC2}"/>
          </ac:picMkLst>
        </pc:picChg>
      </pc:sldChg>
    </pc:docChg>
  </pc:docChgLst>
  <pc:docChgLst>
    <pc:chgData name="Даниил Шиндин" userId="de45f8b6f0e372dc" providerId="LiveId" clId="{288E9246-C021-498E-9968-B361CE0C0436}"/>
    <pc:docChg chg="undo custSel addSld modSld">
      <pc:chgData name="Даниил Шиндин" userId="de45f8b6f0e372dc" providerId="LiveId" clId="{288E9246-C021-498E-9968-B361CE0C0436}" dt="2025-03-23T20:20:42.340" v="71" actId="207"/>
      <pc:docMkLst>
        <pc:docMk/>
      </pc:docMkLst>
      <pc:sldChg chg="modSp mod">
        <pc:chgData name="Даниил Шиндин" userId="de45f8b6f0e372dc" providerId="LiveId" clId="{288E9246-C021-498E-9968-B361CE0C0436}" dt="2025-03-23T20:17:41.939" v="47" actId="12"/>
        <pc:sldMkLst>
          <pc:docMk/>
          <pc:sldMk cId="0" sldId="257"/>
        </pc:sldMkLst>
        <pc:spChg chg="mod">
          <ac:chgData name="Даниил Шиндин" userId="de45f8b6f0e372dc" providerId="LiveId" clId="{288E9246-C021-498E-9968-B361CE0C0436}" dt="2025-03-23T20:17:41.939" v="47" actId="12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Даниил Шиндин" userId="de45f8b6f0e372dc" providerId="LiveId" clId="{288E9246-C021-498E-9968-B361CE0C0436}" dt="2025-03-23T20:20:42.340" v="71" actId="207"/>
        <pc:sldMkLst>
          <pc:docMk/>
          <pc:sldMk cId="0" sldId="275"/>
        </pc:sldMkLst>
        <pc:spChg chg="mod">
          <ac:chgData name="Даниил Шиндин" userId="de45f8b6f0e372dc" providerId="LiveId" clId="{288E9246-C021-498E-9968-B361CE0C0436}" dt="2025-03-23T20:20:42.340" v="71" actId="207"/>
          <ac:spMkLst>
            <pc:docMk/>
            <pc:sldMk cId="0" sldId="275"/>
            <ac:spMk id="5" creationId="{00000000-0000-0000-0000-000000000000}"/>
          </ac:spMkLst>
        </pc:spChg>
      </pc:sldChg>
    </pc:docChg>
  </pc:docChgLst>
  <pc:docChgLst>
    <pc:chgData userId="3e9eb8bb511e659d" providerId="LiveId" clId="{594D6AF9-6728-41B8-A801-1D5F64F062E1}"/>
    <pc:docChg chg="undo custSel modSld sldOrd">
      <pc:chgData name="" userId="3e9eb8bb511e659d" providerId="LiveId" clId="{594D6AF9-6728-41B8-A801-1D5F64F062E1}" dt="2025-03-31T01:29:27.006" v="459" actId="20577"/>
      <pc:docMkLst>
        <pc:docMk/>
      </pc:docMkLst>
      <pc:sldChg chg="modSp">
        <pc:chgData name="" userId="3e9eb8bb511e659d" providerId="LiveId" clId="{594D6AF9-6728-41B8-A801-1D5F64F062E1}" dt="2025-03-31T00:26:13.575" v="51" actId="20577"/>
        <pc:sldMkLst>
          <pc:docMk/>
          <pc:sldMk cId="0" sldId="257"/>
        </pc:sldMkLst>
        <pc:spChg chg="mod">
          <ac:chgData name="" userId="3e9eb8bb511e659d" providerId="LiveId" clId="{594D6AF9-6728-41B8-A801-1D5F64F062E1}" dt="2025-03-31T00:26:13.575" v="5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">
        <pc:chgData name="" userId="3e9eb8bb511e659d" providerId="LiveId" clId="{594D6AF9-6728-41B8-A801-1D5F64F062E1}" dt="2025-03-31T01:20:41.440" v="138" actId="20577"/>
        <pc:sldMkLst>
          <pc:docMk/>
          <pc:sldMk cId="0" sldId="258"/>
        </pc:sldMkLst>
        <pc:spChg chg="mod">
          <ac:chgData name="" userId="3e9eb8bb511e659d" providerId="LiveId" clId="{594D6AF9-6728-41B8-A801-1D5F64F062E1}" dt="2025-03-31T01:20:41.440" v="138" actId="20577"/>
          <ac:spMkLst>
            <pc:docMk/>
            <pc:sldMk cId="0" sldId="258"/>
            <ac:spMk id="3" creationId="{00000000-0000-0000-0000-000000000000}"/>
          </ac:spMkLst>
        </pc:spChg>
      </pc:sldChg>
      <pc:sldChg chg="addSp delSp modSp">
        <pc:chgData name="" userId="3e9eb8bb511e659d" providerId="LiveId" clId="{594D6AF9-6728-41B8-A801-1D5F64F062E1}" dt="2025-03-31T01:21:20.602" v="141" actId="1076"/>
        <pc:sldMkLst>
          <pc:docMk/>
          <pc:sldMk cId="0" sldId="259"/>
        </pc:sldMkLst>
        <pc:picChg chg="del">
          <ac:chgData name="" userId="3e9eb8bb511e659d" providerId="LiveId" clId="{594D6AF9-6728-41B8-A801-1D5F64F062E1}" dt="2025-03-31T01:21:16.352" v="140" actId="478"/>
          <ac:picMkLst>
            <pc:docMk/>
            <pc:sldMk cId="0" sldId="259"/>
            <ac:picMk id="2" creationId="{01610E92-7612-9970-9343-6635B2F4F93E}"/>
          </ac:picMkLst>
        </pc:picChg>
        <pc:picChg chg="add mod">
          <ac:chgData name="" userId="3e9eb8bb511e659d" providerId="LiveId" clId="{594D6AF9-6728-41B8-A801-1D5F64F062E1}" dt="2025-03-31T01:21:20.602" v="141" actId="1076"/>
          <ac:picMkLst>
            <pc:docMk/>
            <pc:sldMk cId="0" sldId="259"/>
            <ac:picMk id="5" creationId="{B2E8B847-D4F1-4BDE-A53E-754652B43A34}"/>
          </ac:picMkLst>
        </pc:picChg>
      </pc:sldChg>
      <pc:sldChg chg="addSp delSp modSp">
        <pc:chgData name="" userId="3e9eb8bb511e659d" providerId="LiveId" clId="{594D6AF9-6728-41B8-A801-1D5F64F062E1}" dt="2025-03-31T01:22:15.297" v="151" actId="1076"/>
        <pc:sldMkLst>
          <pc:docMk/>
          <pc:sldMk cId="0" sldId="262"/>
        </pc:sldMkLst>
        <pc:picChg chg="add mod">
          <ac:chgData name="" userId="3e9eb8bb511e659d" providerId="LiveId" clId="{594D6AF9-6728-41B8-A801-1D5F64F062E1}" dt="2025-03-31T01:22:15.297" v="151" actId="1076"/>
          <ac:picMkLst>
            <pc:docMk/>
            <pc:sldMk cId="0" sldId="262"/>
            <ac:picMk id="4" creationId="{048CF1E4-E715-41D9-9BDB-7B8417AECF11}"/>
          </ac:picMkLst>
        </pc:picChg>
        <pc:picChg chg="del">
          <ac:chgData name="" userId="3e9eb8bb511e659d" providerId="LiveId" clId="{594D6AF9-6728-41B8-A801-1D5F64F062E1}" dt="2025-03-31T01:22:04.355" v="147" actId="478"/>
          <ac:picMkLst>
            <pc:docMk/>
            <pc:sldMk cId="0" sldId="262"/>
            <ac:picMk id="5122" creationId="{00000000-0000-0000-0000-000000000000}"/>
          </ac:picMkLst>
        </pc:picChg>
      </pc:sldChg>
      <pc:sldChg chg="addSp delSp modSp">
        <pc:chgData name="" userId="3e9eb8bb511e659d" providerId="LiveId" clId="{594D6AF9-6728-41B8-A801-1D5F64F062E1}" dt="2025-03-31T01:21:55.170" v="146" actId="1076"/>
        <pc:sldMkLst>
          <pc:docMk/>
          <pc:sldMk cId="0" sldId="263"/>
        </pc:sldMkLst>
        <pc:picChg chg="del">
          <ac:chgData name="" userId="3e9eb8bb511e659d" providerId="LiveId" clId="{594D6AF9-6728-41B8-A801-1D5F64F062E1}" dt="2025-03-31T01:21:23.603" v="142" actId="478"/>
          <ac:picMkLst>
            <pc:docMk/>
            <pc:sldMk cId="0" sldId="263"/>
            <ac:picMk id="3" creationId="{5677F4E0-B8B6-D511-2F29-ACCE1A136DA0}"/>
          </ac:picMkLst>
        </pc:picChg>
        <pc:picChg chg="add mod">
          <ac:chgData name="" userId="3e9eb8bb511e659d" providerId="LiveId" clId="{594D6AF9-6728-41B8-A801-1D5F64F062E1}" dt="2025-03-31T01:21:55.170" v="146" actId="1076"/>
          <ac:picMkLst>
            <pc:docMk/>
            <pc:sldMk cId="0" sldId="263"/>
            <ac:picMk id="4" creationId="{D0947954-179E-4B4E-82C7-D702E8454102}"/>
          </ac:picMkLst>
        </pc:picChg>
      </pc:sldChg>
      <pc:sldChg chg="modSp">
        <pc:chgData name="" userId="3e9eb8bb511e659d" providerId="LiveId" clId="{594D6AF9-6728-41B8-A801-1D5F64F062E1}" dt="2025-03-31T01:29:27.006" v="459" actId="20577"/>
        <pc:sldMkLst>
          <pc:docMk/>
          <pc:sldMk cId="0" sldId="275"/>
        </pc:sldMkLst>
        <pc:spChg chg="mod">
          <ac:chgData name="" userId="3e9eb8bb511e659d" providerId="LiveId" clId="{594D6AF9-6728-41B8-A801-1D5F64F062E1}" dt="2025-03-31T01:29:27.006" v="459" actId="20577"/>
          <ac:spMkLst>
            <pc:docMk/>
            <pc:sldMk cId="0" sldId="275"/>
            <ac:spMk id="5" creationId="{00000000-0000-0000-0000-000000000000}"/>
          </ac:spMkLst>
        </pc:spChg>
      </pc:sldChg>
      <pc:sldChg chg="addSp delSp modSp">
        <pc:chgData name="" userId="3e9eb8bb511e659d" providerId="LiveId" clId="{594D6AF9-6728-41B8-A801-1D5F64F062E1}" dt="2025-03-31T01:24:06.421" v="179" actId="1076"/>
        <pc:sldMkLst>
          <pc:docMk/>
          <pc:sldMk cId="1469844529" sldId="289"/>
        </pc:sldMkLst>
        <pc:picChg chg="add mod">
          <ac:chgData name="" userId="3e9eb8bb511e659d" providerId="LiveId" clId="{594D6AF9-6728-41B8-A801-1D5F64F062E1}" dt="2025-03-31T01:24:06.421" v="179" actId="1076"/>
          <ac:picMkLst>
            <pc:docMk/>
            <pc:sldMk cId="1469844529" sldId="289"/>
            <ac:picMk id="4" creationId="{E2F23272-85E3-4651-9399-172E2F9F06B8}"/>
          </ac:picMkLst>
        </pc:picChg>
        <pc:picChg chg="del">
          <ac:chgData name="" userId="3e9eb8bb511e659d" providerId="LiveId" clId="{594D6AF9-6728-41B8-A801-1D5F64F062E1}" dt="2025-03-31T01:23:50.379" v="173" actId="478"/>
          <ac:picMkLst>
            <pc:docMk/>
            <pc:sldMk cId="1469844529" sldId="289"/>
            <ac:picMk id="5" creationId="{193A1000-1035-75C6-0AB3-A6D48E810332}"/>
          </ac:picMkLst>
        </pc:picChg>
      </pc:sldChg>
      <pc:sldChg chg="modSp">
        <pc:chgData name="" userId="3e9eb8bb511e659d" providerId="LiveId" clId="{594D6AF9-6728-41B8-A801-1D5F64F062E1}" dt="2025-03-31T00:25:49.202" v="32" actId="20577"/>
        <pc:sldMkLst>
          <pc:docMk/>
          <pc:sldMk cId="2073240774" sldId="297"/>
        </pc:sldMkLst>
        <pc:spChg chg="mod">
          <ac:chgData name="" userId="3e9eb8bb511e659d" providerId="LiveId" clId="{594D6AF9-6728-41B8-A801-1D5F64F062E1}" dt="2025-03-31T00:25:49.202" v="32" actId="20577"/>
          <ac:spMkLst>
            <pc:docMk/>
            <pc:sldMk cId="2073240774" sldId="297"/>
            <ac:spMk id="5" creationId="{00000000-0000-0000-0000-000000000000}"/>
          </ac:spMkLst>
        </pc:spChg>
        <pc:spChg chg="mod">
          <ac:chgData name="" userId="3e9eb8bb511e659d" providerId="LiveId" clId="{594D6AF9-6728-41B8-A801-1D5F64F062E1}" dt="2025-03-31T00:25:41.825" v="31" actId="6549"/>
          <ac:spMkLst>
            <pc:docMk/>
            <pc:sldMk cId="2073240774" sldId="297"/>
            <ac:spMk id="6" creationId="{00000000-0000-0000-0000-000000000000}"/>
          </ac:spMkLst>
        </pc:spChg>
      </pc:sldChg>
      <pc:sldChg chg="addSp delSp modSp">
        <pc:chgData name="" userId="3e9eb8bb511e659d" providerId="LiveId" clId="{594D6AF9-6728-41B8-A801-1D5F64F062E1}" dt="2025-03-31T01:22:43.462" v="160" actId="1076"/>
        <pc:sldMkLst>
          <pc:docMk/>
          <pc:sldMk cId="3296397936" sldId="301"/>
        </pc:sldMkLst>
        <pc:spChg chg="add del mod">
          <ac:chgData name="" userId="3e9eb8bb511e659d" providerId="LiveId" clId="{594D6AF9-6728-41B8-A801-1D5F64F062E1}" dt="2025-03-31T01:22:20.391" v="153" actId="478"/>
          <ac:spMkLst>
            <pc:docMk/>
            <pc:sldMk cId="3296397936" sldId="301"/>
            <ac:spMk id="4" creationId="{DC505EBA-DA77-4345-A671-EFE4BC9CEF9A}"/>
          </ac:spMkLst>
        </pc:spChg>
        <pc:spChg chg="add del mod">
          <ac:chgData name="" userId="3e9eb8bb511e659d" providerId="LiveId" clId="{594D6AF9-6728-41B8-A801-1D5F64F062E1}" dt="2025-03-31T01:22:35.410" v="157" actId="478"/>
          <ac:spMkLst>
            <pc:docMk/>
            <pc:sldMk cId="3296397936" sldId="301"/>
            <ac:spMk id="7" creationId="{F120609F-CCB0-4C27-B016-114FA50F3D23}"/>
          </ac:spMkLst>
        </pc:spChg>
        <pc:picChg chg="add mod">
          <ac:chgData name="" userId="3e9eb8bb511e659d" providerId="LiveId" clId="{594D6AF9-6728-41B8-A801-1D5F64F062E1}" dt="2025-03-31T01:22:43.462" v="160" actId="1076"/>
          <ac:picMkLst>
            <pc:docMk/>
            <pc:sldMk cId="3296397936" sldId="301"/>
            <ac:picMk id="6" creationId="{5F57D031-0F73-4CD3-9441-C32A124C3FD5}"/>
          </ac:picMkLst>
        </pc:picChg>
        <pc:picChg chg="add del">
          <ac:chgData name="" userId="3e9eb8bb511e659d" providerId="LiveId" clId="{594D6AF9-6728-41B8-A801-1D5F64F062E1}" dt="2025-03-31T01:22:32.538" v="156" actId="478"/>
          <ac:picMkLst>
            <pc:docMk/>
            <pc:sldMk cId="3296397936" sldId="301"/>
            <ac:picMk id="6146" creationId="{00000000-0000-0000-0000-000000000000}"/>
          </ac:picMkLst>
        </pc:picChg>
      </pc:sldChg>
      <pc:sldChg chg="addSp delSp modSp">
        <pc:chgData name="" userId="3e9eb8bb511e659d" providerId="LiveId" clId="{594D6AF9-6728-41B8-A801-1D5F64F062E1}" dt="2025-03-31T01:23:07.413" v="164" actId="1076"/>
        <pc:sldMkLst>
          <pc:docMk/>
          <pc:sldMk cId="3102702799" sldId="302"/>
        </pc:sldMkLst>
        <pc:picChg chg="add mod">
          <ac:chgData name="" userId="3e9eb8bb511e659d" providerId="LiveId" clId="{594D6AF9-6728-41B8-A801-1D5F64F062E1}" dt="2025-03-31T01:23:07.413" v="164" actId="1076"/>
          <ac:picMkLst>
            <pc:docMk/>
            <pc:sldMk cId="3102702799" sldId="302"/>
            <ac:picMk id="4" creationId="{0437BAE1-82C3-41BF-A2E1-6D694DE2AE91}"/>
          </ac:picMkLst>
        </pc:picChg>
        <pc:picChg chg="del">
          <ac:chgData name="" userId="3e9eb8bb511e659d" providerId="LiveId" clId="{594D6AF9-6728-41B8-A801-1D5F64F062E1}" dt="2025-03-31T01:22:57.898" v="161" actId="478"/>
          <ac:picMkLst>
            <pc:docMk/>
            <pc:sldMk cId="3102702799" sldId="302"/>
            <ac:picMk id="6" creationId="{00000000-0000-0000-0000-000000000000}"/>
          </ac:picMkLst>
        </pc:picChg>
      </pc:sldChg>
      <pc:sldChg chg="addSp delSp modSp">
        <pc:chgData name="" userId="3e9eb8bb511e659d" providerId="LiveId" clId="{594D6AF9-6728-41B8-A801-1D5F64F062E1}" dt="2025-03-31T01:23:42.037" v="172" actId="1076"/>
        <pc:sldMkLst>
          <pc:docMk/>
          <pc:sldMk cId="3310232456" sldId="305"/>
        </pc:sldMkLst>
        <pc:picChg chg="add mod">
          <ac:chgData name="" userId="3e9eb8bb511e659d" providerId="LiveId" clId="{594D6AF9-6728-41B8-A801-1D5F64F062E1}" dt="2025-03-31T01:23:42.037" v="172" actId="1076"/>
          <ac:picMkLst>
            <pc:docMk/>
            <pc:sldMk cId="3310232456" sldId="305"/>
            <ac:picMk id="4" creationId="{96DDE0D1-AE1D-493D-A12C-711F45A7EF05}"/>
          </ac:picMkLst>
        </pc:picChg>
        <pc:picChg chg="del">
          <ac:chgData name="" userId="3e9eb8bb511e659d" providerId="LiveId" clId="{594D6AF9-6728-41B8-A801-1D5F64F062E1}" dt="2025-03-31T01:23:31.731" v="165" actId="478"/>
          <ac:picMkLst>
            <pc:docMk/>
            <pc:sldMk cId="3310232456" sldId="305"/>
            <ac:picMk id="6" creationId="{F7CA4FC5-C968-531D-0B57-2F19000D6B44}"/>
          </ac:picMkLst>
        </pc:picChg>
      </pc:sldChg>
      <pc:sldChg chg="addSp delSp modSp ord">
        <pc:chgData name="" userId="3e9eb8bb511e659d" providerId="LiveId" clId="{594D6AF9-6728-41B8-A801-1D5F64F062E1}" dt="2025-03-31T01:24:44.824" v="240"/>
        <pc:sldMkLst>
          <pc:docMk/>
          <pc:sldMk cId="3394709572" sldId="306"/>
        </pc:sldMkLst>
        <pc:spChg chg="mod">
          <ac:chgData name="" userId="3e9eb8bb511e659d" providerId="LiveId" clId="{594D6AF9-6728-41B8-A801-1D5F64F062E1}" dt="2025-03-31T01:24:40.820" v="239" actId="20577"/>
          <ac:spMkLst>
            <pc:docMk/>
            <pc:sldMk cId="3394709572" sldId="306"/>
            <ac:spMk id="2" creationId="{00000000-0000-0000-0000-000000000000}"/>
          </ac:spMkLst>
        </pc:spChg>
        <pc:picChg chg="add mod">
          <ac:chgData name="" userId="3e9eb8bb511e659d" providerId="LiveId" clId="{594D6AF9-6728-41B8-A801-1D5F64F062E1}" dt="2025-03-31T01:24:20.918" v="183" actId="1076"/>
          <ac:picMkLst>
            <pc:docMk/>
            <pc:sldMk cId="3394709572" sldId="306"/>
            <ac:picMk id="4" creationId="{EE0E9EB4-A28C-406F-B048-11169BCC4B5B}"/>
          </ac:picMkLst>
        </pc:picChg>
        <pc:picChg chg="del">
          <ac:chgData name="" userId="3e9eb8bb511e659d" providerId="LiveId" clId="{594D6AF9-6728-41B8-A801-1D5F64F062E1}" dt="2025-03-31T01:24:16.895" v="180" actId="478"/>
          <ac:picMkLst>
            <pc:docMk/>
            <pc:sldMk cId="3394709572" sldId="306"/>
            <ac:picMk id="6" creationId="{1F0CA3AE-1CED-1B37-D621-09519A50003D}"/>
          </ac:picMkLst>
        </pc:picChg>
      </pc:sldChg>
      <pc:sldChg chg="addSp delSp modSp ord">
        <pc:chgData name="" userId="3e9eb8bb511e659d" providerId="LiveId" clId="{594D6AF9-6728-41B8-A801-1D5F64F062E1}" dt="2025-03-31T01:26:48.506" v="317" actId="1076"/>
        <pc:sldMkLst>
          <pc:docMk/>
          <pc:sldMk cId="1943852830" sldId="308"/>
        </pc:sldMkLst>
        <pc:spChg chg="mod">
          <ac:chgData name="" userId="3e9eb8bb511e659d" providerId="LiveId" clId="{594D6AF9-6728-41B8-A801-1D5F64F062E1}" dt="2025-03-31T01:26:34.600" v="311" actId="20577"/>
          <ac:spMkLst>
            <pc:docMk/>
            <pc:sldMk cId="1943852830" sldId="308"/>
            <ac:spMk id="2" creationId="{00000000-0000-0000-0000-000000000000}"/>
          </ac:spMkLst>
        </pc:spChg>
        <pc:picChg chg="del">
          <ac:chgData name="" userId="3e9eb8bb511e659d" providerId="LiveId" clId="{594D6AF9-6728-41B8-A801-1D5F64F062E1}" dt="2025-03-31T01:26:36.039" v="312" actId="478"/>
          <ac:picMkLst>
            <pc:docMk/>
            <pc:sldMk cId="1943852830" sldId="308"/>
            <ac:picMk id="4" creationId="{08BF8267-F6A7-6F92-6E09-BAAE9B384833}"/>
          </ac:picMkLst>
        </pc:picChg>
        <pc:picChg chg="add mod">
          <ac:chgData name="" userId="3e9eb8bb511e659d" providerId="LiveId" clId="{594D6AF9-6728-41B8-A801-1D5F64F062E1}" dt="2025-03-31T01:26:48.506" v="317" actId="1076"/>
          <ac:picMkLst>
            <pc:docMk/>
            <pc:sldMk cId="1943852830" sldId="308"/>
            <ac:picMk id="5" creationId="{D0B87400-7021-4FE6-AFC4-0F1131BA2FEA}"/>
          </ac:picMkLst>
        </pc:picChg>
      </pc:sldChg>
      <pc:sldChg chg="addSp delSp modSp">
        <pc:chgData name="" userId="3e9eb8bb511e659d" providerId="LiveId" clId="{594D6AF9-6728-41B8-A801-1D5F64F062E1}" dt="2025-03-31T01:27:57.289" v="354" actId="1076"/>
        <pc:sldMkLst>
          <pc:docMk/>
          <pc:sldMk cId="2058005273" sldId="309"/>
        </pc:sldMkLst>
        <pc:spChg chg="mod">
          <ac:chgData name="" userId="3e9eb8bb511e659d" providerId="LiveId" clId="{594D6AF9-6728-41B8-A801-1D5F64F062E1}" dt="2025-03-31T01:27:43.658" v="351" actId="20577"/>
          <ac:spMkLst>
            <pc:docMk/>
            <pc:sldMk cId="2058005273" sldId="309"/>
            <ac:spMk id="2" creationId="{00000000-0000-0000-0000-000000000000}"/>
          </ac:spMkLst>
        </pc:spChg>
        <pc:picChg chg="del">
          <ac:chgData name="" userId="3e9eb8bb511e659d" providerId="LiveId" clId="{594D6AF9-6728-41B8-A801-1D5F64F062E1}" dt="2025-03-31T01:27:33.421" v="332" actId="478"/>
          <ac:picMkLst>
            <pc:docMk/>
            <pc:sldMk cId="2058005273" sldId="309"/>
            <ac:picMk id="3" creationId="{FFCF1E7F-26FF-7C75-091D-AA664D28841E}"/>
          </ac:picMkLst>
        </pc:picChg>
        <pc:picChg chg="add mod">
          <ac:chgData name="" userId="3e9eb8bb511e659d" providerId="LiveId" clId="{594D6AF9-6728-41B8-A801-1D5F64F062E1}" dt="2025-03-31T01:27:57.289" v="354" actId="1076"/>
          <ac:picMkLst>
            <pc:docMk/>
            <pc:sldMk cId="2058005273" sldId="309"/>
            <ac:picMk id="4" creationId="{E31A24D4-E337-4438-A917-A7D21C3564AD}"/>
          </ac:picMkLst>
        </pc:picChg>
      </pc:sldChg>
      <pc:sldChg chg="addSp delSp modSp">
        <pc:chgData name="" userId="3e9eb8bb511e659d" providerId="LiveId" clId="{594D6AF9-6728-41B8-A801-1D5F64F062E1}" dt="2025-03-31T01:25:07.078" v="244" actId="1076"/>
        <pc:sldMkLst>
          <pc:docMk/>
          <pc:sldMk cId="2727692725" sldId="310"/>
        </pc:sldMkLst>
        <pc:picChg chg="del">
          <ac:chgData name="" userId="3e9eb8bb511e659d" providerId="LiveId" clId="{594D6AF9-6728-41B8-A801-1D5F64F062E1}" dt="2025-03-31T01:25:01.859" v="241" actId="478"/>
          <ac:picMkLst>
            <pc:docMk/>
            <pc:sldMk cId="2727692725" sldId="310"/>
            <ac:picMk id="4" creationId="{90C30F5F-77D8-7661-0B0B-B4227C6D7B2B}"/>
          </ac:picMkLst>
        </pc:picChg>
        <pc:picChg chg="add mod">
          <ac:chgData name="" userId="3e9eb8bb511e659d" providerId="LiveId" clId="{594D6AF9-6728-41B8-A801-1D5F64F062E1}" dt="2025-03-31T01:25:07.078" v="244" actId="1076"/>
          <ac:picMkLst>
            <pc:docMk/>
            <pc:sldMk cId="2727692725" sldId="310"/>
            <ac:picMk id="5" creationId="{F89F4CB3-2F94-4C2F-858A-D448FD3446AC}"/>
          </ac:picMkLst>
        </pc:picChg>
      </pc:sldChg>
      <pc:sldChg chg="addSp delSp modSp ord">
        <pc:chgData name="" userId="3e9eb8bb511e659d" providerId="LiveId" clId="{594D6AF9-6728-41B8-A801-1D5F64F062E1}" dt="2025-03-31T01:25:47.117" v="280" actId="1076"/>
        <pc:sldMkLst>
          <pc:docMk/>
          <pc:sldMk cId="1874079451" sldId="311"/>
        </pc:sldMkLst>
        <pc:spChg chg="mod">
          <ac:chgData name="" userId="3e9eb8bb511e659d" providerId="LiveId" clId="{594D6AF9-6728-41B8-A801-1D5F64F062E1}" dt="2025-03-31T01:25:41.947" v="277" actId="20577"/>
          <ac:spMkLst>
            <pc:docMk/>
            <pc:sldMk cId="1874079451" sldId="311"/>
            <ac:spMk id="2" creationId="{00000000-0000-0000-0000-000000000000}"/>
          </ac:spMkLst>
        </pc:spChg>
        <pc:picChg chg="add mod">
          <ac:chgData name="" userId="3e9eb8bb511e659d" providerId="LiveId" clId="{594D6AF9-6728-41B8-A801-1D5F64F062E1}" dt="2025-03-31T01:25:47.117" v="280" actId="1076"/>
          <ac:picMkLst>
            <pc:docMk/>
            <pc:sldMk cId="1874079451" sldId="311"/>
            <ac:picMk id="4" creationId="{AA4FEFC8-6F73-4886-9137-4D5BEF5A7C07}"/>
          </ac:picMkLst>
        </pc:picChg>
        <pc:picChg chg="del">
          <ac:chgData name="" userId="3e9eb8bb511e659d" providerId="LiveId" clId="{594D6AF9-6728-41B8-A801-1D5F64F062E1}" dt="2025-03-31T01:25:17.630" v="246" actId="478"/>
          <ac:picMkLst>
            <pc:docMk/>
            <pc:sldMk cId="1874079451" sldId="311"/>
            <ac:picMk id="5" creationId="{96D25E7B-603E-A1CF-A4D2-637F1B9595F4}"/>
          </ac:picMkLst>
        </pc:picChg>
      </pc:sldChg>
      <pc:sldChg chg="addSp delSp modSp ord">
        <pc:chgData name="" userId="3e9eb8bb511e659d" providerId="LiveId" clId="{594D6AF9-6728-41B8-A801-1D5F64F062E1}" dt="2025-03-31T01:26:18.113" v="292" actId="1076"/>
        <pc:sldMkLst>
          <pc:docMk/>
          <pc:sldMk cId="3917196802" sldId="314"/>
        </pc:sldMkLst>
        <pc:spChg chg="mod">
          <ac:chgData name="" userId="3e9eb8bb511e659d" providerId="LiveId" clId="{594D6AF9-6728-41B8-A801-1D5F64F062E1}" dt="2025-03-31T01:26:02.279" v="288" actId="20577"/>
          <ac:spMkLst>
            <pc:docMk/>
            <pc:sldMk cId="3917196802" sldId="314"/>
            <ac:spMk id="2" creationId="{C8F4B4F4-8711-3B0B-F1F0-E46E6BE1D6A7}"/>
          </ac:spMkLst>
        </pc:spChg>
        <pc:picChg chg="add mod">
          <ac:chgData name="" userId="3e9eb8bb511e659d" providerId="LiveId" clId="{594D6AF9-6728-41B8-A801-1D5F64F062E1}" dt="2025-03-31T01:26:18.113" v="292" actId="1076"/>
          <ac:picMkLst>
            <pc:docMk/>
            <pc:sldMk cId="3917196802" sldId="314"/>
            <ac:picMk id="4" creationId="{9A3D3331-DE36-4B7F-A40C-887F6A276318}"/>
          </ac:picMkLst>
        </pc:picChg>
        <pc:picChg chg="del">
          <ac:chgData name="" userId="3e9eb8bb511e659d" providerId="LiveId" clId="{594D6AF9-6728-41B8-A801-1D5F64F062E1}" dt="2025-03-31T01:26:03.960" v="289" actId="478"/>
          <ac:picMkLst>
            <pc:docMk/>
            <pc:sldMk cId="3917196802" sldId="314"/>
            <ac:picMk id="5" creationId="{860B7463-1AAA-5187-4750-2AF585D9AA82}"/>
          </ac:picMkLst>
        </pc:picChg>
      </pc:sldChg>
      <pc:sldChg chg="addSp delSp modSp">
        <pc:chgData name="" userId="3e9eb8bb511e659d" providerId="LiveId" clId="{594D6AF9-6728-41B8-A801-1D5F64F062E1}" dt="2025-03-31T01:28:24.374" v="386" actId="1076"/>
        <pc:sldMkLst>
          <pc:docMk/>
          <pc:sldMk cId="1918366415" sldId="315"/>
        </pc:sldMkLst>
        <pc:spChg chg="mod">
          <ac:chgData name="" userId="3e9eb8bb511e659d" providerId="LiveId" clId="{594D6AF9-6728-41B8-A801-1D5F64F062E1}" dt="2025-03-31T01:28:10.912" v="383" actId="20577"/>
          <ac:spMkLst>
            <pc:docMk/>
            <pc:sldMk cId="1918366415" sldId="315"/>
            <ac:spMk id="2" creationId="{11A2B390-CD6F-F9D8-8430-2112AACE6191}"/>
          </ac:spMkLst>
        </pc:spChg>
        <pc:picChg chg="del">
          <ac:chgData name="" userId="3e9eb8bb511e659d" providerId="LiveId" clId="{594D6AF9-6728-41B8-A801-1D5F64F062E1}" dt="2025-03-31T01:27:32.464" v="331" actId="478"/>
          <ac:picMkLst>
            <pc:docMk/>
            <pc:sldMk cId="1918366415" sldId="315"/>
            <ac:picMk id="4" creationId="{5EA7F1BC-C223-6AEC-E600-0BFB02D1D05D}"/>
          </ac:picMkLst>
        </pc:picChg>
        <pc:picChg chg="add mod">
          <ac:chgData name="" userId="3e9eb8bb511e659d" providerId="LiveId" clId="{594D6AF9-6728-41B8-A801-1D5F64F062E1}" dt="2025-03-31T01:28:24.374" v="386" actId="1076"/>
          <ac:picMkLst>
            <pc:docMk/>
            <pc:sldMk cId="1918366415" sldId="315"/>
            <ac:picMk id="5" creationId="{9D4111D2-ABFD-48F2-8E5F-CF1A3AE27651}"/>
          </ac:picMkLst>
        </pc:picChg>
      </pc:sldChg>
      <pc:sldChg chg="addSp delSp modSp ord">
        <pc:chgData name="" userId="3e9eb8bb511e659d" providerId="LiveId" clId="{594D6AF9-6728-41B8-A801-1D5F64F062E1}" dt="2025-03-31T01:28:48.237" v="418" actId="1076"/>
        <pc:sldMkLst>
          <pc:docMk/>
          <pc:sldMk cId="1606593875" sldId="316"/>
        </pc:sldMkLst>
        <pc:spChg chg="mod">
          <ac:chgData name="" userId="3e9eb8bb511e659d" providerId="LiveId" clId="{594D6AF9-6728-41B8-A801-1D5F64F062E1}" dt="2025-03-31T01:28:36.869" v="415" actId="20577"/>
          <ac:spMkLst>
            <pc:docMk/>
            <pc:sldMk cId="1606593875" sldId="316"/>
            <ac:spMk id="2" creationId="{2B30CC73-B19E-3195-8AAA-71053ED54110}"/>
          </ac:spMkLst>
        </pc:spChg>
        <pc:picChg chg="del">
          <ac:chgData name="" userId="3e9eb8bb511e659d" providerId="LiveId" clId="{594D6AF9-6728-41B8-A801-1D5F64F062E1}" dt="2025-03-31T01:27:27.083" v="330" actId="478"/>
          <ac:picMkLst>
            <pc:docMk/>
            <pc:sldMk cId="1606593875" sldId="316"/>
            <ac:picMk id="3" creationId="{3920B564-094E-111B-455B-EAB87DDDBB1E}"/>
          </ac:picMkLst>
        </pc:picChg>
        <pc:picChg chg="add mod">
          <ac:chgData name="" userId="3e9eb8bb511e659d" providerId="LiveId" clId="{594D6AF9-6728-41B8-A801-1D5F64F062E1}" dt="2025-03-31T01:28:48.237" v="418" actId="1076"/>
          <ac:picMkLst>
            <pc:docMk/>
            <pc:sldMk cId="1606593875" sldId="316"/>
            <ac:picMk id="4" creationId="{42ADB214-D255-4C78-A925-0C2E444DBC83}"/>
          </ac:picMkLst>
        </pc:picChg>
      </pc:sldChg>
      <pc:sldChg chg="addSp delSp modSp">
        <pc:chgData name="" userId="3e9eb8bb511e659d" providerId="LiveId" clId="{594D6AF9-6728-41B8-A801-1D5F64F062E1}" dt="2025-03-31T01:27:22.801" v="329" actId="1076"/>
        <pc:sldMkLst>
          <pc:docMk/>
          <pc:sldMk cId="2897674326" sldId="317"/>
        </pc:sldMkLst>
        <pc:spChg chg="mod">
          <ac:chgData name="" userId="3e9eb8bb511e659d" providerId="LiveId" clId="{594D6AF9-6728-41B8-A801-1D5F64F062E1}" dt="2025-03-31T01:27:02.772" v="325" actId="20577"/>
          <ac:spMkLst>
            <pc:docMk/>
            <pc:sldMk cId="2897674326" sldId="317"/>
            <ac:spMk id="2" creationId="{4B1BD6F0-B3F8-4541-8578-A5369CF9D042}"/>
          </ac:spMkLst>
        </pc:spChg>
        <pc:picChg chg="del">
          <ac:chgData name="" userId="3e9eb8bb511e659d" providerId="LiveId" clId="{594D6AF9-6728-41B8-A801-1D5F64F062E1}" dt="2025-03-31T01:27:04.188" v="326" actId="478"/>
          <ac:picMkLst>
            <pc:docMk/>
            <pc:sldMk cId="2897674326" sldId="317"/>
            <ac:picMk id="4" creationId="{0AC2D4FA-4A26-2ABB-4BF9-20E2381B6603}"/>
          </ac:picMkLst>
        </pc:picChg>
        <pc:picChg chg="add mod">
          <ac:chgData name="" userId="3e9eb8bb511e659d" providerId="LiveId" clId="{594D6AF9-6728-41B8-A801-1D5F64F062E1}" dt="2025-03-31T01:27:22.801" v="329" actId="1076"/>
          <ac:picMkLst>
            <pc:docMk/>
            <pc:sldMk cId="2897674326" sldId="317"/>
            <ac:picMk id="5" creationId="{207F9E04-1ACC-42BC-B3E1-4C55FEF3598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4876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859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  <a:t>4/6/2025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  <a:t>4/6/2025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mailto:guest@mail.ru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дзаголовок 2"/>
          <p:cNvSpPr txBox="1">
            <a:spLocks/>
          </p:cNvSpPr>
          <p:nvPr/>
        </p:nvSpPr>
        <p:spPr>
          <a:xfrm>
            <a:off x="6896714" y="4301565"/>
            <a:ext cx="4646620" cy="2355096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800" b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ru-RU" sz="1600" dirty="0">
                <a:latin typeface="Times New Roman"/>
                <a:cs typeface="Times New Roman"/>
              </a:rPr>
              <a:t>Выполнила</a:t>
            </a:r>
            <a:r>
              <a:rPr lang="ru-RU" sz="1600" u="sng" dirty="0">
                <a:latin typeface="Times New Roman"/>
                <a:cs typeface="Times New Roman"/>
              </a:rPr>
              <a:t>: Логинова Елена Юрьевна</a:t>
            </a:r>
            <a:endParaRPr lang="ru-RU" altLang="en-US" sz="1600" u="sng" dirty="0">
              <a:latin typeface="Times New Roman"/>
              <a:cs typeface="Times New Roman"/>
            </a:endParaRPr>
          </a:p>
          <a:p>
            <a:pPr algn="r">
              <a:defRPr/>
            </a:pPr>
            <a:r>
              <a:rPr lang="ru-RU" sz="1600" dirty="0">
                <a:latin typeface="Times New Roman"/>
                <a:cs typeface="Times New Roman"/>
              </a:rPr>
              <a:t>Обучающийся </a:t>
            </a:r>
            <a:r>
              <a:rPr lang="ru-RU" sz="1600" u="sng" dirty="0">
                <a:latin typeface="Times New Roman"/>
                <a:cs typeface="Times New Roman"/>
              </a:rPr>
              <a:t>3</a:t>
            </a:r>
            <a:r>
              <a:rPr lang="ru-RU" sz="1600" dirty="0">
                <a:latin typeface="Times New Roman"/>
                <a:cs typeface="Times New Roman"/>
              </a:rPr>
              <a:t> курса группы 22ИТ</a:t>
            </a:r>
            <a:r>
              <a:rPr lang="en-US" altLang="ru-RU" sz="1600" dirty="0">
                <a:latin typeface="Times New Roman"/>
                <a:cs typeface="Times New Roman"/>
              </a:rPr>
              <a:t>2</a:t>
            </a:r>
            <a:r>
              <a:rPr lang="ru-RU" altLang="ru-RU" sz="1600" dirty="0">
                <a:latin typeface="Times New Roman"/>
                <a:cs typeface="Times New Roman"/>
              </a:rPr>
              <a:t>6</a:t>
            </a:r>
            <a:endParaRPr lang="en-US" altLang="ru-RU" sz="1600" dirty="0">
              <a:latin typeface="Times New Roman"/>
              <a:cs typeface="Times New Roman"/>
            </a:endParaRPr>
          </a:p>
          <a:p>
            <a:pPr algn="r">
              <a:defRPr/>
            </a:pPr>
            <a:r>
              <a:rPr lang="ru-RU" sz="1600" dirty="0">
                <a:latin typeface="Times New Roman"/>
                <a:cs typeface="Times New Roman"/>
              </a:rPr>
              <a:t>По специальности </a:t>
            </a:r>
            <a:r>
              <a:rPr lang="en-US" altLang="ru-RU" sz="1600" dirty="0">
                <a:latin typeface="Times New Roman"/>
                <a:cs typeface="Times New Roman"/>
              </a:rPr>
              <a:t>02.07.09</a:t>
            </a:r>
            <a:r>
              <a:rPr lang="ru-RU" sz="1600" dirty="0">
                <a:latin typeface="Times New Roman"/>
                <a:cs typeface="Times New Roman"/>
              </a:rPr>
              <a:t> </a:t>
            </a:r>
            <a:r>
              <a:rPr lang="ru-RU" sz="1600" u="sng" dirty="0">
                <a:latin typeface="Times New Roman"/>
                <a:cs typeface="Times New Roman"/>
              </a:rPr>
              <a:t>«</a:t>
            </a:r>
            <a:r>
              <a:rPr lang="ru-RU" altLang="en-US" sz="1600" u="sng" dirty="0">
                <a:latin typeface="Times New Roman"/>
                <a:cs typeface="Times New Roman"/>
              </a:rPr>
              <a:t>Информационные системы и программирование</a:t>
            </a:r>
            <a:r>
              <a:rPr lang="ru-RU" sz="1600" u="sng" dirty="0">
                <a:latin typeface="Times New Roman"/>
                <a:cs typeface="Times New Roman"/>
              </a:rPr>
              <a:t>»</a:t>
            </a:r>
          </a:p>
          <a:p>
            <a:pPr algn="r">
              <a:defRPr/>
            </a:pPr>
            <a:r>
              <a:rPr lang="ru-RU" sz="1600" dirty="0">
                <a:latin typeface="Times New Roman"/>
                <a:cs typeface="Times New Roman"/>
              </a:rPr>
              <a:t>Очной формы обучения</a:t>
            </a:r>
          </a:p>
          <a:p>
            <a:pPr algn="r">
              <a:defRPr/>
            </a:pPr>
            <a:r>
              <a:rPr lang="ru-RU" sz="1600" dirty="0">
                <a:latin typeface="Times New Roman"/>
                <a:cs typeface="Times New Roman"/>
              </a:rPr>
              <a:t>Руководитель курсового проекта </a:t>
            </a:r>
          </a:p>
          <a:p>
            <a:pPr algn="r">
              <a:defRPr/>
            </a:pPr>
            <a:r>
              <a:rPr lang="ru-RU" sz="1600" dirty="0">
                <a:latin typeface="Times New Roman"/>
                <a:cs typeface="Times New Roman"/>
              </a:rPr>
              <a:t>Преподаватель </a:t>
            </a:r>
            <a:r>
              <a:rPr lang="ru-RU" altLang="en-US" sz="1600" dirty="0">
                <a:latin typeface="Times New Roman"/>
                <a:cs typeface="Times New Roman"/>
              </a:rPr>
              <a:t>Овчаренко Карина Олеговна</a:t>
            </a:r>
            <a:r>
              <a:rPr lang="ru-RU" sz="1600" dirty="0">
                <a:latin typeface="Times New Roman"/>
                <a:cs typeface="Times New Roman"/>
              </a:rPr>
              <a:t> </a:t>
            </a:r>
            <a:r>
              <a:rPr lang="ru-RU" sz="1600" u="sng" dirty="0">
                <a:latin typeface="Times New Roman"/>
                <a:cs typeface="Times New Roman"/>
              </a:rPr>
              <a:t> </a:t>
            </a:r>
          </a:p>
          <a:p>
            <a:pPr algn="r">
              <a:defRPr/>
            </a:pP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2464234" y="321972"/>
            <a:ext cx="8534323" cy="2842367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800" b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6" name="Подзаголовок 2"/>
          <p:cNvSpPr txBox="1">
            <a:spLocks/>
          </p:cNvSpPr>
          <p:nvPr/>
        </p:nvSpPr>
        <p:spPr>
          <a:xfrm>
            <a:off x="2309687" y="435756"/>
            <a:ext cx="7713939" cy="3724120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800" b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Пензенской области</a:t>
            </a:r>
          </a:p>
          <a:p>
            <a:pPr algn="ctr">
              <a:defRPr/>
            </a:pPr>
            <a:r>
              <a:rPr lang="ru-RU" sz="1600" dirty="0">
                <a:latin typeface="Times New Roman"/>
                <a:cs typeface="Times New Roman"/>
              </a:rPr>
              <a:t>Государственное автономное профессиональной образовательное</a:t>
            </a:r>
            <a:endParaRPr lang="en-US" sz="1600" dirty="0"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ru-RU" sz="1600" dirty="0">
                <a:latin typeface="Times New Roman"/>
                <a:cs typeface="Times New Roman"/>
              </a:rPr>
              <a:t> учреждение Пензенской области</a:t>
            </a:r>
          </a:p>
          <a:p>
            <a:pPr algn="ctr">
              <a:defRPr/>
            </a:pPr>
            <a:r>
              <a:rPr lang="ru-RU" sz="1600" dirty="0">
                <a:latin typeface="Times New Roman"/>
                <a:cs typeface="Times New Roman"/>
              </a:rPr>
              <a:t> «Пензенский колледж информационных и промышленных</a:t>
            </a:r>
          </a:p>
          <a:p>
            <a:pPr algn="ctr">
              <a:defRPr/>
            </a:pPr>
            <a:r>
              <a:rPr lang="ru-RU" sz="1600" dirty="0">
                <a:latin typeface="Times New Roman"/>
                <a:cs typeface="Times New Roman"/>
              </a:rPr>
              <a:t> технологий (ИТ- колледж)»</a:t>
            </a:r>
          </a:p>
          <a:p>
            <a:pPr algn="ctr">
              <a:defRPr/>
            </a:pPr>
            <a:r>
              <a:rPr lang="ru-RU" sz="1600" dirty="0">
                <a:latin typeface="Times New Roman"/>
                <a:cs typeface="Times New Roman"/>
              </a:rPr>
              <a:t>Учебный комплекс информационных технологий</a:t>
            </a:r>
            <a:endParaRPr lang="en-US" sz="1600" dirty="0">
              <a:latin typeface="Times New Roman"/>
              <a:cs typeface="Times New Roman"/>
            </a:endParaRPr>
          </a:p>
          <a:p>
            <a:pPr algn="ctr">
              <a:defRPr/>
            </a:pPr>
            <a:endParaRPr lang="en-US" sz="1600" dirty="0">
              <a:latin typeface="Times New Roman"/>
              <a:cs typeface="Times New Roman"/>
            </a:endParaRPr>
          </a:p>
          <a:p>
            <a:pPr algn="ctr">
              <a:defRPr/>
            </a:pPr>
            <a:endParaRPr lang="ru-RU" sz="1600" dirty="0"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ru-RU" sz="1800" b="1" dirty="0">
                <a:latin typeface="Times New Roman"/>
                <a:cs typeface="Times New Roman"/>
              </a:rPr>
              <a:t>КУРСОВОЙ ПРОЕКТ</a:t>
            </a:r>
          </a:p>
          <a:p>
            <a:pPr algn="ctr">
              <a:defRPr/>
            </a:pPr>
            <a:r>
              <a:rPr lang="ru-RU" sz="1600" dirty="0">
                <a:latin typeface="Times New Roman"/>
                <a:cs typeface="Times New Roman"/>
              </a:rPr>
              <a:t>по МДК 05.02</a:t>
            </a:r>
          </a:p>
          <a:p>
            <a:pPr algn="ctr">
              <a:defRPr/>
            </a:pPr>
            <a:r>
              <a:rPr lang="ru-RU" sz="1600" dirty="0">
                <a:latin typeface="Times New Roman"/>
                <a:cs typeface="Times New Roman"/>
              </a:rPr>
              <a:t>«Разработка кода информационных систем»</a:t>
            </a:r>
          </a:p>
          <a:p>
            <a:pPr algn="ctr">
              <a:defRPr/>
            </a:pPr>
            <a:r>
              <a:rPr lang="ru-RU" sz="1800" b="1" dirty="0">
                <a:latin typeface="Times New Roman"/>
                <a:cs typeface="Times New Roman"/>
              </a:rPr>
              <a:t>Тема: Веб-приложение для музея имени А. С. Пушкина</a:t>
            </a:r>
            <a:endParaRPr lang="ru-RU" sz="1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73240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8020" y="238125"/>
            <a:ext cx="10515600" cy="1325563"/>
          </a:xfrm>
        </p:spPr>
        <p:txBody>
          <a:bodyPr/>
          <a:lstStyle/>
          <a:p>
            <a:r>
              <a:rPr lang="ru-RU" altLang="en-US" dirty="0">
                <a:latin typeface="Times New Roman" panose="02020603050405020304" charset="0"/>
                <a:cs typeface="Times New Roman" panose="02020603050405020304" charset="0"/>
              </a:rPr>
              <a:t>Цели и задачи 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Целью курсового проекта является разработка веб-приложения для музея имени А. С. Пушкина.</a:t>
            </a:r>
          </a:p>
          <a:p>
            <a:endParaRPr lang="ru-RU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Задачи:</a:t>
            </a:r>
          </a:p>
          <a:p>
            <a:pPr marL="457200" indent="-457200">
              <a:buFont typeface="Times New Roman" panose="02020603050405020304" pitchFamily="18" charset="0"/>
              <a:buChar char="―"/>
            </a:pPr>
            <a:r>
              <a:rPr lang="ru-RU" alt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проанализировать предметную область</a:t>
            </a:r>
            <a:r>
              <a:rPr lang="en-US" altLang="ru-RU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;</a:t>
            </a:r>
            <a:endParaRPr lang="ru-RU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Times New Roman" panose="02020603050405020304" pitchFamily="18" charset="0"/>
              <a:buChar char="―"/>
            </a:pPr>
            <a:r>
              <a:rPr lang="ru-RU" alt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выполнить проектирование ИС</a:t>
            </a:r>
            <a:r>
              <a:rPr lang="en-US" altLang="ru-RU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;</a:t>
            </a:r>
            <a:endParaRPr lang="ru-RU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Times New Roman" panose="02020603050405020304" pitchFamily="18" charset="0"/>
              <a:buChar char="―"/>
            </a:pPr>
            <a:r>
              <a:rPr lang="ru-RU" alt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выполнить разработку ИС</a:t>
            </a:r>
            <a:r>
              <a:rPr lang="en-US" altLang="ru-RU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;</a:t>
            </a:r>
            <a:endParaRPr lang="ru-RU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Times New Roman" panose="02020603050405020304" pitchFamily="18" charset="0"/>
              <a:buChar char="―"/>
            </a:pPr>
            <a:r>
              <a:rPr lang="ru-RU" alt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выполнить тестирование ИС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ru-RU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ru-RU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altLang="en-US" dirty="0">
                <a:latin typeface="Times New Roman" panose="02020603050405020304" charset="0"/>
                <a:cs typeface="Times New Roman" panose="02020603050405020304" charset="0"/>
              </a:rPr>
              <a:t>Функциональные и нефункциональные требования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191770" y="1427540"/>
            <a:ext cx="5904230" cy="5092132"/>
          </a:xfrm>
        </p:spPr>
        <p:txBody>
          <a:bodyPr>
            <a:noAutofit/>
          </a:bodyPr>
          <a:lstStyle/>
          <a:p>
            <a:pPr indent="448056">
              <a:lnSpc>
                <a:spcPct val="160000"/>
              </a:lnSpc>
              <a:spcBef>
                <a:spcPts val="0"/>
              </a:spcBef>
            </a:pPr>
            <a:r>
              <a:rPr lang="ru-RU" altLang="en-US" sz="21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Функциональные требования к информационной системе</a:t>
            </a:r>
            <a:r>
              <a:rPr lang="en-US" altLang="en-US" sz="21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ru-RU" altLang="en-US" sz="21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музея имени А. С. Пушкина:</a:t>
            </a:r>
            <a:endParaRPr lang="ru-RU" altLang="en-US" sz="21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448056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—"/>
            </a:pPr>
            <a:r>
              <a:rPr lang="ru-RU" altLang="en-US" sz="21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регистрация;</a:t>
            </a:r>
            <a:endParaRPr lang="ru-RU" altLang="en-US" sz="21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448056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—"/>
            </a:pPr>
            <a:r>
              <a:rPr lang="ru-RU" altLang="en-US" sz="21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авторизация;</a:t>
            </a:r>
            <a:endParaRPr lang="ru-RU" altLang="en-US" sz="21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448056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—"/>
            </a:pPr>
            <a:r>
              <a:rPr lang="ru-RU" altLang="en-US" sz="21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просмотр каталога</a:t>
            </a:r>
            <a:r>
              <a:rPr lang="en-US" altLang="en-US" sz="21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ru-RU" altLang="en-US" sz="21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выставок</a:t>
            </a:r>
            <a:r>
              <a:rPr lang="en-US" altLang="en-US" sz="21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;</a:t>
            </a:r>
            <a:endParaRPr lang="ru-RU" altLang="en-US" sz="21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448056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—"/>
            </a:pPr>
            <a:r>
              <a:rPr lang="ru-RU" altLang="en-US" sz="21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покупка билета на выставку;</a:t>
            </a:r>
            <a:endParaRPr lang="ru-RU" altLang="en-US" sz="21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448056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—"/>
            </a:pPr>
            <a:r>
              <a:rPr lang="ru-RU" altLang="en-US" sz="21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просмотр купленных билетов;</a:t>
            </a:r>
          </a:p>
          <a:p>
            <a:pPr marL="342900" indent="448056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—"/>
            </a:pPr>
            <a:r>
              <a:rPr lang="ru-RU" altLang="en-US" sz="21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личный кабинет.</a:t>
            </a: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5905500" y="1427540"/>
            <a:ext cx="6318758" cy="5366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48056" algn="l">
              <a:lnSpc>
                <a:spcPct val="150000"/>
              </a:lnSpc>
              <a:spcAft>
                <a:spcPts val="0"/>
              </a:spcAft>
              <a:buClrTx/>
              <a:buSzTx/>
            </a:pPr>
            <a:r>
              <a:rPr lang="ru-RU" altLang="en-US" sz="2100" dirty="0">
                <a:latin typeface="Times New Roman" panose="02020603050405020304" charset="0"/>
                <a:cs typeface="Times New Roman" panose="02020603050405020304" charset="0"/>
              </a:rPr>
              <a:t>Нефункциональные требования: </a:t>
            </a:r>
            <a:endParaRPr lang="en-US" altLang="en-US" sz="21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448056" algn="l">
              <a:lnSpc>
                <a:spcPct val="15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—"/>
            </a:pPr>
            <a:r>
              <a:rPr lang="ru-RU" altLang="en-US" sz="2100" dirty="0">
                <a:latin typeface="Times New Roman" panose="02020603050405020304" charset="0"/>
                <a:cs typeface="Times New Roman" panose="02020603050405020304" charset="0"/>
              </a:rPr>
              <a:t>приложение должно быть интуитивно понятны;</a:t>
            </a:r>
          </a:p>
          <a:p>
            <a:pPr marL="342900" indent="448056" algn="l">
              <a:lnSpc>
                <a:spcPct val="15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—"/>
            </a:pPr>
            <a:r>
              <a:rPr lang="ru-RU" altLang="en-US" sz="2100" dirty="0">
                <a:latin typeface="Times New Roman" panose="02020603050405020304" charset="0"/>
                <a:cs typeface="Times New Roman" panose="02020603050405020304" charset="0"/>
              </a:rPr>
              <a:t>удобный и понятный графический интерфейс;</a:t>
            </a:r>
          </a:p>
          <a:p>
            <a:pPr marL="342900" indent="448056" algn="l">
              <a:lnSpc>
                <a:spcPct val="15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—"/>
            </a:pPr>
            <a:r>
              <a:rPr lang="ru-RU" altLang="en-US" sz="2100" dirty="0">
                <a:latin typeface="Times New Roman" panose="02020603050405020304" charset="0"/>
                <a:cs typeface="Times New Roman" panose="02020603050405020304" charset="0"/>
              </a:rPr>
              <a:t>дизайн должен быть современным, минималистичным;</a:t>
            </a:r>
          </a:p>
          <a:p>
            <a:pPr marL="342900" indent="448056" algn="l">
              <a:lnSpc>
                <a:spcPct val="15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—"/>
            </a:pPr>
            <a:r>
              <a:rPr lang="ru-RU" altLang="en-US" sz="2100" dirty="0">
                <a:latin typeface="Times New Roman" panose="02020603050405020304" charset="0"/>
                <a:cs typeface="Times New Roman" panose="02020603050405020304" charset="0"/>
              </a:rPr>
              <a:t>целостность базы данных;</a:t>
            </a:r>
          </a:p>
          <a:p>
            <a:pPr marL="342900" indent="448056" algn="l">
              <a:lnSpc>
                <a:spcPct val="15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—"/>
            </a:pPr>
            <a:r>
              <a:rPr lang="ru-RU" altLang="en-US" sz="2100" dirty="0">
                <a:latin typeface="Times New Roman" panose="02020603050405020304" charset="0"/>
                <a:cs typeface="Times New Roman" panose="02020603050405020304" charset="0"/>
              </a:rPr>
              <a:t>приложение должно эффективно работать даже на устройствах с базовыми характеристиками, обеспечивая стабильность работы.</a:t>
            </a: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en-US" dirty="0">
                <a:latin typeface="Times New Roman" panose="02020603050405020304" charset="0"/>
                <a:cs typeface="Times New Roman" panose="02020603050405020304" charset="0"/>
              </a:rPr>
              <a:t>Диаграмма вариантов использования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2E8B847-D4F1-4BDE-A53E-754652B43A3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0050" y="1584008"/>
            <a:ext cx="6311900" cy="506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edg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ER</a:t>
            </a:r>
            <a:r>
              <a:rPr lang="ru-RU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-диаграмма</a:t>
            </a:r>
            <a:endParaRPr lang="ru-RU" alt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0947954-179E-4B4E-82C7-D702E845410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014442" y="1155255"/>
            <a:ext cx="7782116" cy="5611305"/>
          </a:xfrm>
          <a:prstGeom prst="rect">
            <a:avLst/>
          </a:prstGeom>
        </p:spPr>
      </p:pic>
    </p:spTree>
  </p:cSld>
  <p:clrMapOvr>
    <a:masterClrMapping/>
  </p:clrMapOvr>
  <p:transition spd="slow">
    <p:comb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en-US" b="1" dirty="0">
                <a:latin typeface="Times New Roman" panose="02020603050405020304" charset="0"/>
                <a:cs typeface="Times New Roman" panose="02020603050405020304" charset="0"/>
              </a:rPr>
              <a:t>Диаграмма последовательности действий для гостя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48CF1E4-E715-41D9-9BDB-7B8417AECF11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791"/>
          <a:stretch/>
        </p:blipFill>
        <p:spPr bwMode="auto">
          <a:xfrm>
            <a:off x="3748976" y="1586548"/>
            <a:ext cx="4694047" cy="527145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  <p:transition spd="slow">
    <p:wheel spokes="8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en-US" dirty="0">
                <a:latin typeface="Times New Roman" panose="02020603050405020304" charset="0"/>
                <a:cs typeface="Times New Roman" panose="02020603050405020304" charset="0"/>
              </a:rPr>
              <a:t>Диаграмма последовательности действий для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ru-RU" altLang="en-US" dirty="0">
                <a:latin typeface="Times New Roman" panose="02020603050405020304" charset="0"/>
                <a:cs typeface="Times New Roman" panose="02020603050405020304" charset="0"/>
              </a:rPr>
              <a:t>пользователя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F57D031-0F73-4CD3-9441-C32A124C3FD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105918" y="1584008"/>
            <a:ext cx="3599164" cy="534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397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en-US" dirty="0">
                <a:latin typeface="Times New Roman" panose="02020603050405020304" charset="0"/>
                <a:cs typeface="Times New Roman" panose="02020603050405020304" charset="0"/>
              </a:rPr>
              <a:t>Диаграмма последовательности действий для администратора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437BAE1-82C3-41BF-A2E1-6D694DE2AE91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626" b="40594"/>
          <a:stretch/>
        </p:blipFill>
        <p:spPr bwMode="auto">
          <a:xfrm>
            <a:off x="3282568" y="2221992"/>
            <a:ext cx="6181471" cy="409867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02702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Главная страница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E0E9EB4-A28C-406F-B048-11169BCC4B5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86619" y="1584008"/>
            <a:ext cx="8637762" cy="4888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709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Страница с коллекциями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A4FEFC8-6F73-4886-9137-4D5BEF5A7C0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807813" y="1672553"/>
            <a:ext cx="8195374" cy="465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079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6D7E7-2D04-6872-AA77-070DDFF8D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F4B4F4-8711-3B0B-F1F0-E46E6BE1D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Страница отзывов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A3D3331-DE36-4B7F-A40C-887F6A27631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28411" y="1584008"/>
            <a:ext cx="8935178" cy="508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196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Страница контактов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0B87400-7021-4FE6-AFC4-0F1131BA2FE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799267" y="1584008"/>
            <a:ext cx="8593466" cy="4884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852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Страница авторизации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6DDE0D1-AE1D-493D-A12C-711F45A7EF0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353788" y="1449839"/>
            <a:ext cx="9103423" cy="5149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232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567180"/>
          </a:xfrm>
        </p:spPr>
        <p:txBody>
          <a:bodyPr>
            <a:no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Страница регистрации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2F23272-85E3-4651-9399-172E2F9F06B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08125" y="1569593"/>
            <a:ext cx="8794750" cy="4960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844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055777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Страница каталога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31A24D4-E337-4438-A917-A7D21C3564A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948148" y="1580421"/>
            <a:ext cx="8295704" cy="469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005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73FBA-D132-3461-210A-B160E3DA7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30CC73-B19E-3195-8AAA-71053ED54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055777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Большая карточка товара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2ADB214-D255-4C78-A925-0C2E444DBC8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78344" y="1380744"/>
            <a:ext cx="8835312" cy="5013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5938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04BAA-DBD2-AD63-B13D-3FEF1D82D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A2B390-CD6F-F9D8-8430-2112AACE6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055777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Страница купленных билетов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D4111D2-ABFD-48F2-8E5F-CF1A3AE2765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52602" y="1486280"/>
            <a:ext cx="8886796" cy="5015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3664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B468E-05E2-E722-2A8B-D581AD92E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1BD6F0-B3F8-4541-8578-A5369CF9D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055777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Страница добавления выставки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07F9E04-1ACC-42BC-B3E1-4C55FEF3598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003266" y="1574953"/>
            <a:ext cx="8185467" cy="4640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6743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32565A-357C-411A-9C14-73EA6DA58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844" y="0"/>
            <a:ext cx="10515600" cy="1325563"/>
          </a:xfrm>
        </p:spPr>
        <p:txBody>
          <a:bodyPr/>
          <a:lstStyle/>
          <a:p>
            <a:r>
              <a:rPr lang="ru-RU" dirty="0"/>
              <a:t>Модульное тестирование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A06FAC49-2F7B-4ABB-88F5-C69790D530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760840"/>
              </p:ext>
            </p:extLst>
          </p:nvPr>
        </p:nvGraphicFramePr>
        <p:xfrm>
          <a:off x="2341328" y="1325563"/>
          <a:ext cx="7509343" cy="513546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25301">
                  <a:extLst>
                    <a:ext uri="{9D8B030D-6E8A-4147-A177-3AD203B41FA5}">
                      <a16:colId xmlns:a16="http://schemas.microsoft.com/office/drawing/2014/main" val="3422320893"/>
                    </a:ext>
                  </a:extLst>
                </a:gridCol>
                <a:gridCol w="1006492">
                  <a:extLst>
                    <a:ext uri="{9D8B030D-6E8A-4147-A177-3AD203B41FA5}">
                      <a16:colId xmlns:a16="http://schemas.microsoft.com/office/drawing/2014/main" val="2265384490"/>
                    </a:ext>
                  </a:extLst>
                </a:gridCol>
                <a:gridCol w="1178278">
                  <a:extLst>
                    <a:ext uri="{9D8B030D-6E8A-4147-A177-3AD203B41FA5}">
                      <a16:colId xmlns:a16="http://schemas.microsoft.com/office/drawing/2014/main" val="2210106560"/>
                    </a:ext>
                  </a:extLst>
                </a:gridCol>
                <a:gridCol w="1999363">
                  <a:extLst>
                    <a:ext uri="{9D8B030D-6E8A-4147-A177-3AD203B41FA5}">
                      <a16:colId xmlns:a16="http://schemas.microsoft.com/office/drawing/2014/main" val="1543283110"/>
                    </a:ext>
                  </a:extLst>
                </a:gridCol>
                <a:gridCol w="1501413">
                  <a:extLst>
                    <a:ext uri="{9D8B030D-6E8A-4147-A177-3AD203B41FA5}">
                      <a16:colId xmlns:a16="http://schemas.microsoft.com/office/drawing/2014/main" val="2541702153"/>
                    </a:ext>
                  </a:extLst>
                </a:gridCol>
                <a:gridCol w="1398496">
                  <a:extLst>
                    <a:ext uri="{9D8B030D-6E8A-4147-A177-3AD203B41FA5}">
                      <a16:colId xmlns:a16="http://schemas.microsoft.com/office/drawing/2014/main" val="2706698741"/>
                    </a:ext>
                  </a:extLst>
                </a:gridCol>
              </a:tblGrid>
              <a:tr h="45730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ID</a:t>
                      </a:r>
                      <a:endParaRPr lang="ru-RU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4362" marR="34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Цель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4362" marR="34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Описание</a:t>
                      </a:r>
                      <a:endParaRPr lang="ru-RU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4362" marR="34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Входные данные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4362" marR="34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Ожидаемый результат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4362" marR="34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Фактический результат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4362" marR="34362" marT="0" marB="0" anchor="ctr"/>
                </a:tc>
                <a:extLst>
                  <a:ext uri="{0D108BD9-81ED-4DB2-BD59-A6C34878D82A}">
                    <a16:rowId xmlns:a16="http://schemas.microsoft.com/office/drawing/2014/main" val="3849093136"/>
                  </a:ext>
                </a:extLst>
              </a:tr>
              <a:tr h="11806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4362" marR="34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Регистрация нового пользователя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4362" marR="34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Проверка регистрации нового пользователя через форму.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4362" marR="34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Имя: Тест</a:t>
                      </a:r>
                      <a:endParaRPr lang="ru-RU" sz="70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Email</a:t>
                      </a:r>
                      <a:r>
                        <a:rPr lang="ru-RU" sz="1000">
                          <a:effectLst/>
                        </a:rPr>
                        <a:t>:</a:t>
                      </a:r>
                      <a:r>
                        <a:rPr lang="en-US" sz="1000" u="sng">
                          <a:effectLst/>
                          <a:hlinkClick r:id="rId2"/>
                        </a:rPr>
                        <a:t>guest</a:t>
                      </a:r>
                      <a:r>
                        <a:rPr lang="ru-RU" sz="1000" u="sng">
                          <a:effectLst/>
                          <a:hlinkClick r:id="rId2"/>
                        </a:rPr>
                        <a:t>@</a:t>
                      </a:r>
                      <a:r>
                        <a:rPr lang="en-US" sz="1000" u="sng">
                          <a:effectLst/>
                          <a:hlinkClick r:id="rId2"/>
                        </a:rPr>
                        <a:t>mail</a:t>
                      </a:r>
                      <a:r>
                        <a:rPr lang="ru-RU" sz="1000" u="sng">
                          <a:effectLst/>
                          <a:hlinkClick r:id="rId2"/>
                        </a:rPr>
                        <a:t>.</a:t>
                      </a:r>
                      <a:r>
                        <a:rPr lang="en-US" sz="1000" u="sng">
                          <a:effectLst/>
                          <a:hlinkClick r:id="rId2"/>
                        </a:rPr>
                        <a:t>ru</a:t>
                      </a:r>
                      <a:endParaRPr lang="ru-RU" sz="70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Пароль</a:t>
                      </a:r>
                      <a:r>
                        <a:rPr lang="en-US" sz="1000">
                          <a:effectLst/>
                        </a:rPr>
                        <a:t>: testtesttesT1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4362" marR="34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Пользователь успешно зарегистрировался.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4362" marR="34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Пользователь успешно зарегистрировался.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4362" marR="34362" marT="0" marB="0" anchor="ctr"/>
                </a:tc>
                <a:extLst>
                  <a:ext uri="{0D108BD9-81ED-4DB2-BD59-A6C34878D82A}">
                    <a16:rowId xmlns:a16="http://schemas.microsoft.com/office/drawing/2014/main" val="3968889853"/>
                  </a:ext>
                </a:extLst>
              </a:tr>
              <a:tr h="9967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2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4362" marR="34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Авторизация пользователя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4362" marR="34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Проверка авторизации пользователя через форму.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4362" marR="34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Email:</a:t>
                      </a:r>
                      <a:r>
                        <a:rPr lang="en-US" sz="1000" u="sng">
                          <a:effectLst/>
                          <a:hlinkClick r:id="rId2"/>
                        </a:rPr>
                        <a:t>guest@mail.ru</a:t>
                      </a:r>
                      <a:endParaRPr lang="ru-RU" sz="70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Пароль</a:t>
                      </a:r>
                      <a:r>
                        <a:rPr lang="en-US" sz="1000">
                          <a:effectLst/>
                        </a:rPr>
                        <a:t>: testtesttesT1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4362" marR="34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Пользователь успешно авторизовался.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4362" marR="34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Пользователь успешно авторизовался.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4362" marR="34362" marT="0" marB="0" anchor="ctr"/>
                </a:tc>
                <a:extLst>
                  <a:ext uri="{0D108BD9-81ED-4DB2-BD59-A6C34878D82A}">
                    <a16:rowId xmlns:a16="http://schemas.microsoft.com/office/drawing/2014/main" val="3373717976"/>
                  </a:ext>
                </a:extLst>
              </a:tr>
              <a:tr h="116584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4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4362" marR="34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Покупка билета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4362" marR="34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Проверка покупки билета через кнопку "Купить билет".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4362" marR="34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Нет.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4362" marR="34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Билет успешно куплен, пользователем.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4362" marR="34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Билет успешно куплен.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4362" marR="34362" marT="0" marB="0" anchor="ctr"/>
                </a:tc>
                <a:extLst>
                  <a:ext uri="{0D108BD9-81ED-4DB2-BD59-A6C34878D82A}">
                    <a16:rowId xmlns:a16="http://schemas.microsoft.com/office/drawing/2014/main" val="3614465270"/>
                  </a:ext>
                </a:extLst>
              </a:tr>
              <a:tr h="133497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5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4362" marR="34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Добавление отзыва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4362" marR="34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Проверка добавления отзыва через форму.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4362" marR="34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Отзыв: "Отличный музей!"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4362" marR="34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Отзыв успешно добавлен, отображается в списке отзывов с указанием автора и даты.</a:t>
                      </a:r>
                      <a:endParaRPr lang="ru-RU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4362" marR="34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Отзыв успешно добавлен.</a:t>
                      </a:r>
                      <a:endParaRPr lang="ru-RU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4362" marR="34362" marT="0" marB="0" anchor="ctr"/>
                </a:tc>
                <a:extLst>
                  <a:ext uri="{0D108BD9-81ED-4DB2-BD59-A6C34878D82A}">
                    <a16:rowId xmlns:a16="http://schemas.microsoft.com/office/drawing/2014/main" val="4036353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7223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Рисунок 22">
            <a:extLst>
              <a:ext uri="{FF2B5EF4-FFF2-40B4-BE49-F238E27FC236}">
                <a16:creationId xmlns:a16="http://schemas.microsoft.com/office/drawing/2014/main" id="{FF8E94B9-11A1-4009-A002-8C107843D9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44" y="1532576"/>
            <a:ext cx="6454441" cy="4685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Рисунок 23">
            <a:extLst>
              <a:ext uri="{FF2B5EF4-FFF2-40B4-BE49-F238E27FC236}">
                <a16:creationId xmlns:a16="http://schemas.microsoft.com/office/drawing/2014/main" id="{9995875F-1480-4B49-90CC-0BD64BCED9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0880" y="1532576"/>
            <a:ext cx="5367676" cy="4685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6BAE72E-6E6F-462E-ABB7-DC1B6ED93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88BE7F-5857-4FC5-A5C5-9D19F398A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6104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055678F1-73B4-46C4-B3F2-44A27F430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44" y="9144"/>
            <a:ext cx="10515600" cy="1325563"/>
          </a:xfrm>
        </p:spPr>
        <p:txBody>
          <a:bodyPr>
            <a:normAutofit/>
          </a:bodyPr>
          <a:lstStyle/>
          <a:p>
            <a:r>
              <a:rPr lang="ru-RU" sz="2800" dirty="0"/>
              <a:t>Исходный код модуля регистрации</a:t>
            </a:r>
          </a:p>
        </p:txBody>
      </p:sp>
    </p:spTree>
    <p:extLst>
      <p:ext uri="{BB962C8B-B14F-4D97-AF65-F5344CB8AC3E}">
        <p14:creationId xmlns:p14="http://schemas.microsoft.com/office/powerpoint/2010/main" val="16105358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6BAE72E-6E6F-462E-ABB7-DC1B6ED93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88BE7F-5857-4FC5-A5C5-9D19F398A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6104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4E91DAC-9A20-4641-AD07-BD0185693A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346228" y="457200"/>
            <a:ext cx="5499544" cy="593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5601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6BAE72E-6E6F-462E-ABB7-DC1B6ED93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88BE7F-5857-4FC5-A5C5-9D19F398A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6104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055678F1-73B4-46C4-B3F2-44A27F430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44" y="9144"/>
            <a:ext cx="10515600" cy="1325563"/>
          </a:xfrm>
        </p:spPr>
        <p:txBody>
          <a:bodyPr>
            <a:normAutofit/>
          </a:bodyPr>
          <a:lstStyle/>
          <a:p>
            <a:r>
              <a:rPr lang="ru-RU" sz="2800" dirty="0"/>
              <a:t>Исходный код модуля авторизации</a:t>
            </a:r>
          </a:p>
        </p:txBody>
      </p:sp>
      <p:pic>
        <p:nvPicPr>
          <p:cNvPr id="3074" name="Рисунок 28">
            <a:extLst>
              <a:ext uri="{FF2B5EF4-FFF2-40B4-BE49-F238E27FC236}">
                <a16:creationId xmlns:a16="http://schemas.microsoft.com/office/drawing/2014/main" id="{9A14AC81-DD2B-4A49-B361-003387FF7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340" y="2253721"/>
            <a:ext cx="6149339" cy="3678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3" name="Рисунок 30">
            <a:extLst>
              <a:ext uri="{FF2B5EF4-FFF2-40B4-BE49-F238E27FC236}">
                <a16:creationId xmlns:a16="http://schemas.microsoft.com/office/drawing/2014/main" id="{177FB94C-5D35-4B14-8867-5E26EB922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5744" y="861921"/>
            <a:ext cx="4594732" cy="5871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FC399AF3-5D38-49B0-BE8C-C7E5D2FC2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936" y="59436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EC6BD49-CEDC-4AC0-9D18-655C85D44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936" y="916686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79954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6BAE72E-6E6F-462E-ABB7-DC1B6ED93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88BE7F-5857-4FC5-A5C5-9D19F398A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6104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99798DA-D499-449D-84C8-E5F1FF5BC5B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231720" y="659416"/>
            <a:ext cx="5728560" cy="5539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124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6BAE72E-6E6F-462E-ABB7-DC1B6ED93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88BE7F-5857-4FC5-A5C5-9D19F398A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6104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055678F1-73B4-46C4-B3F2-44A27F430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44" y="9144"/>
            <a:ext cx="10515600" cy="1325563"/>
          </a:xfrm>
        </p:spPr>
        <p:txBody>
          <a:bodyPr>
            <a:normAutofit/>
          </a:bodyPr>
          <a:lstStyle/>
          <a:p>
            <a:r>
              <a:rPr lang="ru-RU" sz="2800" dirty="0"/>
              <a:t>Исходный код модуля покупки билета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FC399AF3-5D38-49B0-BE8C-C7E5D2FC2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936" y="59436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EC6BD49-CEDC-4AC0-9D18-655C85D44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936" y="916686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5122" name="Рисунок 49">
            <a:extLst>
              <a:ext uri="{FF2B5EF4-FFF2-40B4-BE49-F238E27FC236}">
                <a16:creationId xmlns:a16="http://schemas.microsoft.com/office/drawing/2014/main" id="{8E93BE15-52F6-4B66-A2F7-9FDA989E6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814" y="1901954"/>
            <a:ext cx="5758222" cy="3986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1" name="Рисунок 56">
            <a:extLst>
              <a:ext uri="{FF2B5EF4-FFF2-40B4-BE49-F238E27FC236}">
                <a16:creationId xmlns:a16="http://schemas.microsoft.com/office/drawing/2014/main" id="{17AF2FDD-896F-4CFC-BA33-D13508DF76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3136" y="1828260"/>
            <a:ext cx="4972050" cy="413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88747B0C-0BB4-42B8-A577-8C71353F3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3D1ED48-71FE-4AC0-AEDC-FF6182DA7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162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90656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6BAE72E-6E6F-462E-ABB7-DC1B6ED93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88BE7F-5857-4FC5-A5C5-9D19F398A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6104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274417-C78B-471C-81DD-0FBACBB2D1E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740807" y="976547"/>
            <a:ext cx="8710386" cy="490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1698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6BAE72E-6E6F-462E-ABB7-DC1B6ED93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88BE7F-5857-4FC5-A5C5-9D19F398A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6104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055678F1-73B4-46C4-B3F2-44A27F430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44" y="9144"/>
            <a:ext cx="10515600" cy="1325563"/>
          </a:xfrm>
        </p:spPr>
        <p:txBody>
          <a:bodyPr>
            <a:normAutofit/>
          </a:bodyPr>
          <a:lstStyle/>
          <a:p>
            <a:r>
              <a:rPr lang="ru-RU" sz="2800" dirty="0"/>
              <a:t>Исходный код модуля добавления отзыва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FC399AF3-5D38-49B0-BE8C-C7E5D2FC2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936" y="59436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EC6BD49-CEDC-4AC0-9D18-655C85D44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936" y="916686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8747B0C-0BB4-42B8-A577-8C71353F3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3D1ED48-71FE-4AC0-AEDC-FF6182DA7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162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CBE5A89-316D-4CE7-8BBC-6AD82A9631A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119729" y="1028856"/>
            <a:ext cx="5952541" cy="5686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2357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6BAE72E-6E6F-462E-ABB7-DC1B6ED93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88BE7F-5857-4FC5-A5C5-9D19F398A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6104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B516397-1478-44EC-8F6A-4142FCCD5A3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043019" y="1477045"/>
            <a:ext cx="8105962" cy="3903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5958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8EE85E-991A-FE02-E84F-5A66B2485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0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Интеграционное тестирование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266AA9A-A563-C703-885E-BA351B3C1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9784" y="994468"/>
            <a:ext cx="5046237" cy="53071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0504A1-E9B6-4352-8266-C8DA38282248}"/>
              </a:ext>
            </a:extLst>
          </p:cNvPr>
          <p:cNvSpPr txBox="1"/>
          <p:nvPr/>
        </p:nvSpPr>
        <p:spPr>
          <a:xfrm>
            <a:off x="647700" y="994468"/>
            <a:ext cx="7301815" cy="5576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buNone/>
            </a:pPr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Описание графа: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Открытие веб-приложения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Просмотр главной страницы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Изучение приложения гостем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После авторизации гость становится пользователем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Авторизация администратора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Просмотр информации о товаре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Регистрация гостя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Просмотр каталога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Покупка услуги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Выход из системы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Удаление и редактирование данных в БД</a:t>
            </a:r>
          </a:p>
        </p:txBody>
      </p:sp>
    </p:spTree>
    <p:extLst>
      <p:ext uri="{BB962C8B-B14F-4D97-AF65-F5344CB8AC3E}">
        <p14:creationId xmlns:p14="http://schemas.microsoft.com/office/powerpoint/2010/main" val="10212543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427718A5-EB79-8083-52BE-63B56DC3B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890" y="252198"/>
            <a:ext cx="10515600" cy="4351338"/>
          </a:xfrm>
        </p:spPr>
        <p:txBody>
          <a:bodyPr/>
          <a:lstStyle/>
          <a:p>
            <a:pPr indent="450215" algn="just">
              <a:lnSpc>
                <a:spcPct val="150000"/>
              </a:lnSpc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Тестовые пути, построенные на основе тестового графа:</a:t>
            </a:r>
          </a:p>
          <a:p>
            <a:pPr marL="342900" lvl="0" indent="-342900" algn="just">
              <a:lnSpc>
                <a:spcPct val="150000"/>
              </a:lnSpc>
              <a:buFont typeface="Agency FB" panose="020B0503020202020204" pitchFamily="34" charset="0"/>
              <a:buChar char="­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1-2-3-4-8-9-10</a:t>
            </a:r>
          </a:p>
          <a:p>
            <a:pPr marL="342900" lvl="0" indent="-342900" algn="just">
              <a:lnSpc>
                <a:spcPct val="150000"/>
              </a:lnSpc>
              <a:buFont typeface="Agency FB" panose="020B0503020202020204" pitchFamily="34" charset="0"/>
              <a:buChar char="­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1-2-3-7-4-8-9-10</a:t>
            </a:r>
          </a:p>
          <a:p>
            <a:pPr marL="342900" lvl="0" indent="-342900" algn="just">
              <a:lnSpc>
                <a:spcPct val="150000"/>
              </a:lnSpc>
              <a:buFont typeface="Agency FB" panose="020B0503020202020204" pitchFamily="34" charset="0"/>
              <a:buChar char="­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1-2-3-6-10</a:t>
            </a:r>
          </a:p>
          <a:p>
            <a:pPr marL="342900" lvl="0" indent="-342900" algn="just">
              <a:lnSpc>
                <a:spcPct val="150000"/>
              </a:lnSpc>
              <a:buFont typeface="Agency FB" panose="020B0503020202020204" pitchFamily="34" charset="0"/>
              <a:buChar char="­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1-2-5-11-10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Каждый тестовый путь представляет собой последовательность действий, которые необходимо выполнить для проверки корректности работы приложения и взаимодействия между различными модулями.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25038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5F75E-852E-031E-2281-26ABD949E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0D7DC4D-C833-E4B0-3AD0-6718D1E159B9}"/>
              </a:ext>
            </a:extLst>
          </p:cNvPr>
          <p:cNvSpPr txBox="1"/>
          <p:nvPr/>
        </p:nvSpPr>
        <p:spPr>
          <a:xfrm>
            <a:off x="499419" y="71830"/>
            <a:ext cx="7301815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>
              <a:lnSpc>
                <a:spcPct val="150000"/>
              </a:lnSpc>
              <a:buNone/>
            </a:pPr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Тест кейсы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5C7C9577-F1E6-5BFF-8CB4-9DD0F0FB47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706330"/>
              </p:ext>
            </p:extLst>
          </p:nvPr>
        </p:nvGraphicFramePr>
        <p:xfrm>
          <a:off x="704336" y="572575"/>
          <a:ext cx="10783328" cy="60372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66642">
                  <a:extLst>
                    <a:ext uri="{9D8B030D-6E8A-4147-A177-3AD203B41FA5}">
                      <a16:colId xmlns:a16="http://schemas.microsoft.com/office/drawing/2014/main" val="3936062704"/>
                    </a:ext>
                  </a:extLst>
                </a:gridCol>
                <a:gridCol w="1636411">
                  <a:extLst>
                    <a:ext uri="{9D8B030D-6E8A-4147-A177-3AD203B41FA5}">
                      <a16:colId xmlns:a16="http://schemas.microsoft.com/office/drawing/2014/main" val="3551685126"/>
                    </a:ext>
                  </a:extLst>
                </a:gridCol>
                <a:gridCol w="3761702">
                  <a:extLst>
                    <a:ext uri="{9D8B030D-6E8A-4147-A177-3AD203B41FA5}">
                      <a16:colId xmlns:a16="http://schemas.microsoft.com/office/drawing/2014/main" val="4138879191"/>
                    </a:ext>
                  </a:extLst>
                </a:gridCol>
                <a:gridCol w="3918573">
                  <a:extLst>
                    <a:ext uri="{9D8B030D-6E8A-4147-A177-3AD203B41FA5}">
                      <a16:colId xmlns:a16="http://schemas.microsoft.com/office/drawing/2014/main" val="4061179645"/>
                    </a:ext>
                  </a:extLst>
                </a:gridCol>
              </a:tblGrid>
              <a:tr h="4825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 dirty="0">
                          <a:effectLst/>
                        </a:rPr>
                        <a:t>Номер тест-кейса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Тест-кейс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Шаги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Ожидаемый результат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extLst>
                  <a:ext uri="{0D108BD9-81ED-4DB2-BD59-A6C34878D82A}">
                    <a16:rowId xmlns:a16="http://schemas.microsoft.com/office/drawing/2014/main" val="1890342537"/>
                  </a:ext>
                </a:extLst>
              </a:tr>
              <a:tr h="9651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TC-01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Открытие веб-приложения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tc>
                  <a:txBody>
                    <a:bodyPr/>
                    <a:lstStyle/>
                    <a:p>
                      <a:pPr marL="342900" lvl="0" indent="-342900" algn="ctr">
                        <a:buFont typeface="+mj-lt"/>
                        <a:buAutoNum type="arabicPeriod"/>
                      </a:pPr>
                      <a:r>
                        <a:rPr lang="ru-RU" sz="1600">
                          <a:effectLst/>
                        </a:rPr>
                        <a:t>Запустить браузер.</a:t>
                      </a:r>
                    </a:p>
                    <a:p>
                      <a:pPr marL="342900" lvl="0" indent="-342900" algn="ctr">
                        <a:buFont typeface="+mj-lt"/>
                        <a:buAutoNum type="arabicPeriod"/>
                      </a:pPr>
                      <a:r>
                        <a:rPr lang="ru-RU" sz="1600">
                          <a:effectLst/>
                        </a:rPr>
                        <a:t>Ввести URL веб-приложения.</a:t>
                      </a:r>
                    </a:p>
                    <a:p>
                      <a:pPr marL="342900" lvl="0" indent="-342900" algn="ctr">
                        <a:buFont typeface="+mj-lt"/>
                        <a:buAutoNum type="arabicPeriod"/>
                      </a:pPr>
                      <a:r>
                        <a:rPr lang="ru-RU" sz="1600">
                          <a:effectLst/>
                        </a:rPr>
                        <a:t>Нажать Enter.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Приложение успешно загружается. Главная страница отображается корректно.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extLst>
                  <a:ext uri="{0D108BD9-81ED-4DB2-BD59-A6C34878D82A}">
                    <a16:rowId xmlns:a16="http://schemas.microsoft.com/office/drawing/2014/main" val="4201561942"/>
                  </a:ext>
                </a:extLst>
              </a:tr>
              <a:tr h="9651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TC-02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Просмотр главной страницы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1. Открыть веб-приложение.</a:t>
                      </a:r>
                    </a:p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2. Убедиться, что главная страница загружена.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Главная страница отображается без ошибок. Все элементы интерфейса видны и работают корректно.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extLst>
                  <a:ext uri="{0D108BD9-81ED-4DB2-BD59-A6C34878D82A}">
                    <a16:rowId xmlns:a16="http://schemas.microsoft.com/office/drawing/2014/main" val="991717385"/>
                  </a:ext>
                </a:extLst>
              </a:tr>
              <a:tr h="12064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TC-03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Изучение приложения гостем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1. Открыть веб-приложение.</a:t>
                      </a:r>
                    </a:p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2. Перейти на главную страницу.</a:t>
                      </a:r>
                    </a:p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3. Исследовать доступные разделы как гость.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Гость может просматривать контент. Доступны все необходимые разделы для неавторизованных пользователей.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extLst>
                  <a:ext uri="{0D108BD9-81ED-4DB2-BD59-A6C34878D82A}">
                    <a16:rowId xmlns:a16="http://schemas.microsoft.com/office/drawing/2014/main" val="440604956"/>
                  </a:ext>
                </a:extLst>
              </a:tr>
              <a:tr h="14477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TC-04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После авторизации гость становится пользователем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1. Открыть веб-приложение.</a:t>
                      </a:r>
                    </a:p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2. Авторизоваться с валидными данными гостя.</a:t>
                      </a:r>
                    </a:p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3. Проверить права доступа.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Авторизация проходит успешно. Пользователь получает доступ к функционалу после входа.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extLst>
                  <a:ext uri="{0D108BD9-81ED-4DB2-BD59-A6C34878D82A}">
                    <a16:rowId xmlns:a16="http://schemas.microsoft.com/office/drawing/2014/main" val="980110927"/>
                  </a:ext>
                </a:extLst>
              </a:tr>
              <a:tr h="9651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TC-05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Авторизация администратора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1. Открыть веб-приложение.</a:t>
                      </a:r>
                    </a:p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2. Ввести логин и пароль администратора.</a:t>
                      </a:r>
                    </a:p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3. Нажать кнопку "Войти".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 dirty="0">
                          <a:effectLst/>
                        </a:rPr>
                        <a:t>Администратор успешно авторизуется. Открывается панель управления администратора.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extLst>
                  <a:ext uri="{0D108BD9-81ED-4DB2-BD59-A6C34878D82A}">
                    <a16:rowId xmlns:a16="http://schemas.microsoft.com/office/drawing/2014/main" val="3349922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05168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9011AACA-5F65-A545-9221-9869030B3B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764065"/>
              </p:ext>
            </p:extLst>
          </p:nvPr>
        </p:nvGraphicFramePr>
        <p:xfrm>
          <a:off x="829962" y="95679"/>
          <a:ext cx="10783328" cy="66322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66642">
                  <a:extLst>
                    <a:ext uri="{9D8B030D-6E8A-4147-A177-3AD203B41FA5}">
                      <a16:colId xmlns:a16="http://schemas.microsoft.com/office/drawing/2014/main" val="584610688"/>
                    </a:ext>
                  </a:extLst>
                </a:gridCol>
                <a:gridCol w="1636411">
                  <a:extLst>
                    <a:ext uri="{9D8B030D-6E8A-4147-A177-3AD203B41FA5}">
                      <a16:colId xmlns:a16="http://schemas.microsoft.com/office/drawing/2014/main" val="672307179"/>
                    </a:ext>
                  </a:extLst>
                </a:gridCol>
                <a:gridCol w="3761702">
                  <a:extLst>
                    <a:ext uri="{9D8B030D-6E8A-4147-A177-3AD203B41FA5}">
                      <a16:colId xmlns:a16="http://schemas.microsoft.com/office/drawing/2014/main" val="3764778676"/>
                    </a:ext>
                  </a:extLst>
                </a:gridCol>
                <a:gridCol w="3918573">
                  <a:extLst>
                    <a:ext uri="{9D8B030D-6E8A-4147-A177-3AD203B41FA5}">
                      <a16:colId xmlns:a16="http://schemas.microsoft.com/office/drawing/2014/main" val="791998843"/>
                    </a:ext>
                  </a:extLst>
                </a:gridCol>
              </a:tblGrid>
              <a:tr h="9584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 dirty="0">
                          <a:effectLst/>
                        </a:rPr>
                        <a:t>TC-06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</a:rPr>
                        <a:t>Просмотр информации о товаре</a:t>
                      </a: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</a:rPr>
                        <a:t>1. Открыть веб-приложение.</a:t>
                      </a:r>
                    </a:p>
                    <a:p>
                      <a:pPr algn="ctr">
                        <a:buNone/>
                      </a:pP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</a:rPr>
                        <a:t>2. Перейти на страницу товара.</a:t>
                      </a:r>
                    </a:p>
                    <a:p>
                      <a:pPr algn="ctr">
                        <a:buNone/>
                      </a:pP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</a:rPr>
                        <a:t>3. Просмотреть детальную информацию о товаре.</a:t>
                      </a: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</a:rPr>
                        <a:t>Информация о товаре отображается корректно. Все характеристики товара доступны для просмотра.</a:t>
                      </a: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048348"/>
                  </a:ext>
                </a:extLst>
              </a:tr>
              <a:tr h="15605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TC-07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 dirty="0">
                          <a:effectLst/>
                        </a:rPr>
                        <a:t>Регистрация гостя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 dirty="0">
                          <a:effectLst/>
                        </a:rPr>
                        <a:t>1. Открыть веб-приложение.</a:t>
                      </a:r>
                    </a:p>
                    <a:p>
                      <a:pPr algn="ctr">
                        <a:buNone/>
                      </a:pPr>
                      <a:r>
                        <a:rPr lang="ru-RU" sz="1600" dirty="0">
                          <a:effectLst/>
                        </a:rPr>
                        <a:t>2. Перейти на страницу регистрации.</a:t>
                      </a:r>
                    </a:p>
                    <a:p>
                      <a:pPr algn="ctr">
                        <a:buNone/>
                      </a:pPr>
                      <a:r>
                        <a:rPr lang="ru-RU" sz="1600" dirty="0">
                          <a:effectLst/>
                        </a:rPr>
                        <a:t>3. Заполнить форму регистрации.</a:t>
                      </a:r>
                    </a:p>
                    <a:p>
                      <a:pPr algn="ctr">
                        <a:buNone/>
                      </a:pPr>
                      <a:r>
                        <a:rPr lang="ru-RU" sz="1600" dirty="0">
                          <a:effectLst/>
                        </a:rPr>
                        <a:t>4. Нажать кнопку "Зарегистрироваться".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Регистрация проходит успешно. Новый пользователь может войти в систему.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extLst>
                  <a:ext uri="{0D108BD9-81ED-4DB2-BD59-A6C34878D82A}">
                    <a16:rowId xmlns:a16="http://schemas.microsoft.com/office/drawing/2014/main" val="2561539109"/>
                  </a:ext>
                </a:extLst>
              </a:tr>
              <a:tr h="8917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TC-08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Просмотр каталога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 dirty="0">
                          <a:effectLst/>
                        </a:rPr>
                        <a:t>1. Открыть веб-приложение.</a:t>
                      </a:r>
                    </a:p>
                    <a:p>
                      <a:pPr algn="ctr">
                        <a:buNone/>
                      </a:pPr>
                      <a:r>
                        <a:rPr lang="ru-RU" sz="1600" dirty="0">
                          <a:effectLst/>
                        </a:rPr>
                        <a:t>2. Перейти в раздел "Каталог".</a:t>
                      </a:r>
                    </a:p>
                    <a:p>
                      <a:pPr algn="ctr">
                        <a:buNone/>
                      </a:pPr>
                      <a:r>
                        <a:rPr lang="ru-RU" sz="1600" dirty="0">
                          <a:effectLst/>
                        </a:rPr>
                        <a:t>3. Просмотреть список товаров.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 dirty="0">
                          <a:effectLst/>
                        </a:rPr>
                        <a:t>Каталог товаров загружается корректно. Все товары отображаются с нужной информацией.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extLst>
                  <a:ext uri="{0D108BD9-81ED-4DB2-BD59-A6C34878D82A}">
                    <a16:rowId xmlns:a16="http://schemas.microsoft.com/office/drawing/2014/main" val="2133260424"/>
                  </a:ext>
                </a:extLst>
              </a:tr>
              <a:tr h="9584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TC-09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Покупка услуги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1. Открыть веб-приложение.</a:t>
                      </a:r>
                    </a:p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2. Выбрать услугу для покупки.</a:t>
                      </a:r>
                    </a:p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3. Оформить заказ.</a:t>
                      </a:r>
                    </a:p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4. Подтвердить оплату.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 dirty="0">
                          <a:effectLst/>
                        </a:rPr>
                        <a:t>Оформление заказа проходит успешно. Пользователь получает подтверждение покупки.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extLst>
                  <a:ext uri="{0D108BD9-81ED-4DB2-BD59-A6C34878D82A}">
                    <a16:rowId xmlns:a16="http://schemas.microsoft.com/office/drawing/2014/main" val="1050838982"/>
                  </a:ext>
                </a:extLst>
              </a:tr>
              <a:tr h="8917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TC-10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Выход из системы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1. Авторизоваться в системе.</a:t>
                      </a:r>
                    </a:p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2. Нажать кнопку "Выход".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 dirty="0">
                          <a:effectLst/>
                        </a:rPr>
                        <a:t>Пользователь успешно выходит из системы. Страница авторизации становится доступной.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extLst>
                  <a:ext uri="{0D108BD9-81ED-4DB2-BD59-A6C34878D82A}">
                    <a16:rowId xmlns:a16="http://schemas.microsoft.com/office/drawing/2014/main" val="3952215395"/>
                  </a:ext>
                </a:extLst>
              </a:tr>
              <a:tr h="13375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 dirty="0">
                          <a:effectLst/>
                        </a:rPr>
                        <a:t>TC-11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Удаление и редактирование данных в БД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1. Авторизоваться как администратор.</a:t>
                      </a:r>
                    </a:p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2. Перейти в панель управления.</a:t>
                      </a:r>
                    </a:p>
                    <a:p>
                      <a:pPr algn="ctr">
                        <a:buNone/>
                      </a:pPr>
                      <a:r>
                        <a:rPr lang="ru-RU" sz="1600">
                          <a:effectLst/>
                        </a:rPr>
                        <a:t>3. Удалить или отредактировать данные.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 dirty="0">
                          <a:effectLst/>
                        </a:rPr>
                        <a:t>Данные успешно удаляются/редактируются. Изменения отражаются в базе данных.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192" marR="21192" marT="0" marB="0" anchor="ctr"/>
                </a:tc>
                <a:extLst>
                  <a:ext uri="{0D108BD9-81ED-4DB2-BD59-A6C34878D82A}">
                    <a16:rowId xmlns:a16="http://schemas.microsoft.com/office/drawing/2014/main" val="3569411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45291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32565A-357C-411A-9C14-73EA6DA58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844" y="0"/>
            <a:ext cx="10515600" cy="1325563"/>
          </a:xfrm>
        </p:spPr>
        <p:txBody>
          <a:bodyPr/>
          <a:lstStyle/>
          <a:p>
            <a:r>
              <a:rPr lang="ru-RU" dirty="0"/>
              <a:t>Системное тестирование</a:t>
            </a:r>
          </a:p>
        </p:txBody>
      </p:sp>
      <p:pic>
        <p:nvPicPr>
          <p:cNvPr id="7170" name="Рисунок 6">
            <a:extLst>
              <a:ext uri="{FF2B5EF4-FFF2-40B4-BE49-F238E27FC236}">
                <a16:creationId xmlns:a16="http://schemas.microsoft.com/office/drawing/2014/main" id="{8AAB4725-03C6-4691-8FC7-F4E8CC480E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760" y="1385731"/>
            <a:ext cx="5706983" cy="4652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69" name="Рисунок 12">
            <a:extLst>
              <a:ext uri="{FF2B5EF4-FFF2-40B4-BE49-F238E27FC236}">
                <a16:creationId xmlns:a16="http://schemas.microsoft.com/office/drawing/2014/main" id="{FB51AFDC-539C-4A25-BB55-75D5FA3C0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2940" y="1385730"/>
            <a:ext cx="5156428" cy="4652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1D0FF8A1-6620-43D6-B21B-C596A2A25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13F096-CC5B-4CFB-A553-759644463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1629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26670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6BAE72E-6E6F-462E-ABB7-DC1B6ED93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88BE7F-5857-4FC5-A5C5-9D19F398A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6104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CCB7412-9292-408E-9877-A20B98142AC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027997" y="388185"/>
            <a:ext cx="6136005" cy="608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0325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мещающее содержимое 4"/>
          <p:cNvSpPr>
            <a:spLocks noGrp="1"/>
          </p:cNvSpPr>
          <p:nvPr>
            <p:ph idx="1"/>
          </p:nvPr>
        </p:nvSpPr>
        <p:spPr>
          <a:xfrm>
            <a:off x="647700" y="1584325"/>
            <a:ext cx="10958195" cy="3044825"/>
          </a:xfrm>
        </p:spPr>
        <p:txBody>
          <a:bodyPr>
            <a:noAutofit/>
          </a:bodyPr>
          <a:lstStyle/>
          <a:p>
            <a:r>
              <a:rPr lang="ru-RU" sz="2000" dirty="0">
                <a:solidFill>
                  <a:schemeClr val="tx1"/>
                </a:solidFill>
                <a:latin typeface="+mn-lt"/>
              </a:rPr>
              <a:t>Таким образом, разработка веб-приложения для музея имени А.С Пушкина является актуальным и перспективным проектом в современной сфере электронной коммерции. В ходе работы были выявлены основные этапы создания интернет-магазина, включая анализ рынка, выбор платформы, разработку дизайна и функционала. Важно учитывать требования потребителей, следить за тенденциями в индустрии моды и постоянно совершенствовать свой магазин для привлечения и удержания клиентов.</a:t>
            </a:r>
            <a:endParaRPr lang="ru-RU" sz="180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 b="1" dirty="0">
                <a:latin typeface="Times New Roman" panose="02020603050405020304" charset="0"/>
                <a:cs typeface="Times New Roman" panose="02020603050405020304" charset="0"/>
              </a:rPr>
              <a:t>Заключение</a:t>
            </a:r>
          </a:p>
        </p:txBody>
      </p:sp>
    </p:spTree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6412811"/>
          </a:xfrm>
        </p:spPr>
        <p:txBody>
          <a:bodyPr>
            <a:normAutofit/>
          </a:bodyPr>
          <a:lstStyle/>
          <a:p>
            <a:pPr algn="ctr"/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3197825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660</TotalTime>
  <Words>917</Words>
  <Application>Microsoft Office PowerPoint</Application>
  <PresentationFormat>Широкоэкранный</PresentationFormat>
  <Paragraphs>187</Paragraphs>
  <Slides>35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2" baseType="lpstr">
      <vt:lpstr>微软雅黑</vt:lpstr>
      <vt:lpstr>Agency FB</vt:lpstr>
      <vt:lpstr>Arial</vt:lpstr>
      <vt:lpstr>Calibri</vt:lpstr>
      <vt:lpstr>Calibri Light</vt:lpstr>
      <vt:lpstr>Times New Roman</vt:lpstr>
      <vt:lpstr>Office Theme</vt:lpstr>
      <vt:lpstr>Презентация PowerPoint</vt:lpstr>
      <vt:lpstr>Цели и задачи </vt:lpstr>
      <vt:lpstr>Функциональные и нефункциональные требования</vt:lpstr>
      <vt:lpstr>Диаграмма вариантов использования</vt:lpstr>
      <vt:lpstr>ER-диаграмма</vt:lpstr>
      <vt:lpstr>Диаграмма последовательности действий для гостя</vt:lpstr>
      <vt:lpstr>Диаграмма последовательности действий для пользователя</vt:lpstr>
      <vt:lpstr>Диаграмма последовательности действий для администратора</vt:lpstr>
      <vt:lpstr>Главная страница</vt:lpstr>
      <vt:lpstr>Страница с коллекциями</vt:lpstr>
      <vt:lpstr>Страница отзывов</vt:lpstr>
      <vt:lpstr>Страница контактов</vt:lpstr>
      <vt:lpstr>Страница авторизации</vt:lpstr>
      <vt:lpstr>Страница регистрации</vt:lpstr>
      <vt:lpstr>Страница каталога</vt:lpstr>
      <vt:lpstr>Большая карточка товара</vt:lpstr>
      <vt:lpstr>Страница купленных билетов</vt:lpstr>
      <vt:lpstr>Страница добавления выставки</vt:lpstr>
      <vt:lpstr>Модульное тестирование</vt:lpstr>
      <vt:lpstr>Исходный код модуля регистрации</vt:lpstr>
      <vt:lpstr>Презентация PowerPoint</vt:lpstr>
      <vt:lpstr>Исходный код модуля авторизации</vt:lpstr>
      <vt:lpstr>Презентация PowerPoint</vt:lpstr>
      <vt:lpstr>Исходный код модуля покупки билета</vt:lpstr>
      <vt:lpstr>Презентация PowerPoint</vt:lpstr>
      <vt:lpstr>Исходный код модуля добавления отзыва</vt:lpstr>
      <vt:lpstr>Презентация PowerPoint</vt:lpstr>
      <vt:lpstr>Интеграционное тестирование</vt:lpstr>
      <vt:lpstr>Презентация PowerPoint</vt:lpstr>
      <vt:lpstr>Презентация PowerPoint</vt:lpstr>
      <vt:lpstr>Презентация PowerPoint</vt:lpstr>
      <vt:lpstr>Системное тестирование</vt:lpstr>
      <vt:lpstr>Презентация PowerPoint</vt:lpstr>
      <vt:lpstr>Заключение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Шиндин Даниил</dc:creator>
  <cp:lastModifiedBy>Лена Логинова</cp:lastModifiedBy>
  <cp:revision>77</cp:revision>
  <dcterms:created xsi:type="dcterms:W3CDTF">2023-05-24T14:50:00Z</dcterms:created>
  <dcterms:modified xsi:type="dcterms:W3CDTF">2025-04-06T21:41:29Z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1049-11.2.0.11537</vt:lpwstr>
  </property>
  <property fmtid="{D5CDD505-2E9C-101B-9397-08002B2CF9AE}" pid="3" name="ICV">
    <vt:lpwstr>B4434B6E80C44251AE143B7EDF3A2D1F</vt:lpwstr>
  </property>
</Properties>
</file>